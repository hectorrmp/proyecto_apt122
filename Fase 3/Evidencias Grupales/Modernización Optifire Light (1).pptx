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D228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1F1F2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D228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1F1F2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D228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8170" y="2425583"/>
            <a:ext cx="1919166" cy="192149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6453" y="4977073"/>
            <a:ext cx="597773" cy="5669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42880" y="4914073"/>
            <a:ext cx="9894719" cy="7717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D228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7134" y="963887"/>
            <a:ext cx="2089785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D228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0452" y="5071471"/>
            <a:ext cx="8630920" cy="2907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1F1F2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pn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Relationship Id="rId14" Type="http://schemas.openxmlformats.org/officeDocument/2006/relationships/image" Target="../media/image30.jpg"/><Relationship Id="rId15" Type="http://schemas.openxmlformats.org/officeDocument/2006/relationships/image" Target="../media/image31.jpg"/><Relationship Id="rId16" Type="http://schemas.openxmlformats.org/officeDocument/2006/relationships/image" Target="../media/image32.jpg"/><Relationship Id="rId17" Type="http://schemas.openxmlformats.org/officeDocument/2006/relationships/image" Target="../media/image33.png"/><Relationship Id="rId18" Type="http://schemas.openxmlformats.org/officeDocument/2006/relationships/image" Target="../media/image34.jpg"/><Relationship Id="rId19" Type="http://schemas.openxmlformats.org/officeDocument/2006/relationships/image" Target="../media/image35.jpg"/><Relationship Id="rId20" Type="http://schemas.openxmlformats.org/officeDocument/2006/relationships/image" Target="../media/image36.jpg"/><Relationship Id="rId21" Type="http://schemas.openxmlformats.org/officeDocument/2006/relationships/image" Target="../media/image37.jpg"/><Relationship Id="rId22" Type="http://schemas.openxmlformats.org/officeDocument/2006/relationships/image" Target="../media/image38.jpg"/><Relationship Id="rId23" Type="http://schemas.openxmlformats.org/officeDocument/2006/relationships/image" Target="../media/image39.jpg"/><Relationship Id="rId24" Type="http://schemas.openxmlformats.org/officeDocument/2006/relationships/image" Target="../media/image40.jpg"/><Relationship Id="rId25" Type="http://schemas.openxmlformats.org/officeDocument/2006/relationships/image" Target="../media/image41.jpg"/><Relationship Id="rId26" Type="http://schemas.openxmlformats.org/officeDocument/2006/relationships/image" Target="../media/image42.jpg"/><Relationship Id="rId27" Type="http://schemas.openxmlformats.org/officeDocument/2006/relationships/image" Target="../media/image4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jpg"/><Relationship Id="rId6" Type="http://schemas.openxmlformats.org/officeDocument/2006/relationships/image" Target="../media/image6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jpg"/><Relationship Id="rId4" Type="http://schemas.openxmlformats.org/officeDocument/2006/relationships/image" Target="../media/image66.png"/><Relationship Id="rId5" Type="http://schemas.openxmlformats.org/officeDocument/2006/relationships/image" Target="../media/image67.jp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jp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jpg"/><Relationship Id="rId15" Type="http://schemas.openxmlformats.org/officeDocument/2006/relationships/image" Target="../media/image77.jp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image" Target="../media/image81.jpg"/><Relationship Id="rId4" Type="http://schemas.openxmlformats.org/officeDocument/2006/relationships/image" Target="../media/image82.jpg"/><Relationship Id="rId5" Type="http://schemas.openxmlformats.org/officeDocument/2006/relationships/image" Target="../media/image83.jpg"/><Relationship Id="rId6" Type="http://schemas.openxmlformats.org/officeDocument/2006/relationships/image" Target="../media/image84.jpg"/><Relationship Id="rId7" Type="http://schemas.openxmlformats.org/officeDocument/2006/relationships/image" Target="../media/image8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86.png"/><Relationship Id="rId4" Type="http://schemas.openxmlformats.org/officeDocument/2006/relationships/image" Target="../media/image87.jp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47.jpg"/><Relationship Id="rId5" Type="http://schemas.openxmlformats.org/officeDocument/2006/relationships/image" Target="../media/image92.jpg"/><Relationship Id="rId6" Type="http://schemas.openxmlformats.org/officeDocument/2006/relationships/image" Target="../media/image93.jpg"/><Relationship Id="rId7" Type="http://schemas.openxmlformats.org/officeDocument/2006/relationships/image" Target="../media/image9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Relationship Id="rId4" Type="http://schemas.openxmlformats.org/officeDocument/2006/relationships/image" Target="../media/image9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Relationship Id="rId4" Type="http://schemas.openxmlformats.org/officeDocument/2006/relationships/image" Target="../media/image100.png"/><Relationship Id="rId5" Type="http://schemas.openxmlformats.org/officeDocument/2006/relationships/image" Target="../media/image101.jpg"/><Relationship Id="rId6" Type="http://schemas.openxmlformats.org/officeDocument/2006/relationships/hyperlink" Target="mailto:eontaeto@optifire.el" TargetMode="External"/><Relationship Id="rId7" Type="http://schemas.openxmlformats.org/officeDocument/2006/relationships/hyperlink" Target="http://www.opt1&#186;fire.e1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Relationship Id="rId4" Type="http://schemas.openxmlformats.org/officeDocument/2006/relationships/image" Target="../media/image104.png"/><Relationship Id="rId5" Type="http://schemas.openxmlformats.org/officeDocument/2006/relationships/image" Target="../media/image105.jpg"/><Relationship Id="rId6" Type="http://schemas.openxmlformats.org/officeDocument/2006/relationships/image" Target="../media/image106.jpg"/><Relationship Id="rId7" Type="http://schemas.openxmlformats.org/officeDocument/2006/relationships/image" Target="../media/image107.jpg"/><Relationship Id="rId8" Type="http://schemas.openxmlformats.org/officeDocument/2006/relationships/hyperlink" Target="https://qtecfire.com.au/wp-content/uploads/2021/08/Mining.jpg" TargetMode="External"/><Relationship Id="rId9" Type="http://schemas.openxmlformats.org/officeDocument/2006/relationships/hyperlink" Target="https://cdn.dribbble.com/userupload/39769485/file/original-48be68c7eed63dd795745ae52bda9b01.png?format=webp&amp;resize=400x300&amp;vertical=center" TargetMode="External"/><Relationship Id="rId10" Type="http://schemas.openxmlformats.org/officeDocument/2006/relationships/hyperlink" Target="https://developer.mozilla.org/en-US/docs/Glossary/MVC/model-view-controller-light-blue.png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61725"/>
            <a:chOff x="0" y="0"/>
            <a:chExt cx="20104100" cy="11261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52" cy="42368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268325"/>
              <a:ext cx="20104052" cy="699298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052997" y="4169000"/>
            <a:ext cx="22796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50">
                <a:solidFill>
                  <a:srgbClr val="2F2F3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5509" y="4169000"/>
            <a:ext cx="22796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50">
                <a:solidFill>
                  <a:srgbClr val="413826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87060" y="4169000"/>
            <a:ext cx="22796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50">
                <a:solidFill>
                  <a:srgbClr val="413826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335" y="2992578"/>
            <a:ext cx="86519" cy="818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8933" y="3165830"/>
            <a:ext cx="880928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5571" y="3165830"/>
            <a:ext cx="519118" cy="4882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7613" y="3102832"/>
            <a:ext cx="2406822" cy="661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36296" y="0"/>
            <a:ext cx="10067803" cy="112770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5815" y="3015315"/>
            <a:ext cx="193040" cy="588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650" spc="-50">
                <a:solidFill>
                  <a:srgbClr val="D72720"/>
                </a:solidFill>
                <a:latin typeface="Arial"/>
                <a:cs typeface="Arial"/>
              </a:rPr>
              <a:t>•</a:t>
            </a:r>
            <a:endParaRPr sz="3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7732" y="3082253"/>
            <a:ext cx="355600" cy="186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4165" indent="-2914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04165" algn="l"/>
              </a:tabLst>
            </a:pPr>
            <a:r>
              <a:rPr dirty="0" sz="1050" spc="-50" i="1">
                <a:solidFill>
                  <a:srgbClr val="D72720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566847" y="3058628"/>
            <a:ext cx="2484755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409">
                <a:solidFill>
                  <a:srgbClr val="D72720"/>
                </a:solidFill>
              </a:rPr>
              <a:t>u1en</a:t>
            </a:r>
            <a:r>
              <a:rPr dirty="0" spc="315">
                <a:solidFill>
                  <a:srgbClr val="D72720"/>
                </a:solidFill>
              </a:rPr>
              <a:t> </a:t>
            </a:r>
            <a:r>
              <a:rPr dirty="0" spc="355">
                <a:solidFill>
                  <a:srgbClr val="D72720"/>
                </a:solidFill>
              </a:rPr>
              <a:t>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40994" y="4657667"/>
            <a:ext cx="7308850" cy="319151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6510" marR="5080" indent="-4445">
              <a:lnSpc>
                <a:spcPct val="139100"/>
              </a:lnSpc>
              <a:spcBef>
                <a:spcPts val="60"/>
              </a:spcBef>
            </a:pPr>
            <a:r>
              <a:rPr dirty="0" sz="2050">
                <a:solidFill>
                  <a:srgbClr val="1E1F23"/>
                </a:solidFill>
                <a:latin typeface="Arial"/>
                <a:cs typeface="Arial"/>
              </a:rPr>
              <a:t>Empresa</a:t>
            </a:r>
            <a:r>
              <a:rPr dirty="0" sz="2050" spc="-5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F23"/>
                </a:solidFill>
                <a:latin typeface="Arial"/>
                <a:cs typeface="Arial"/>
              </a:rPr>
              <a:t>especializada</a:t>
            </a:r>
            <a:r>
              <a:rPr dirty="0" sz="2050" spc="114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en</a:t>
            </a:r>
            <a:r>
              <a:rPr dirty="0" sz="2050" spc="-229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F23"/>
                </a:solidFill>
                <a:latin typeface="Arial"/>
                <a:cs typeface="Arial"/>
              </a:rPr>
              <a:t>el</a:t>
            </a:r>
            <a:r>
              <a:rPr dirty="0" sz="2050" spc="-11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E1F23"/>
                </a:solidFill>
                <a:latin typeface="Arial"/>
                <a:cs typeface="Arial"/>
              </a:rPr>
              <a:t>diseño</a:t>
            </a:r>
            <a:r>
              <a:rPr dirty="0" sz="2050" spc="-17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E1F23"/>
                </a:solidFill>
                <a:latin typeface="Arial"/>
                <a:cs typeface="Arial"/>
              </a:rPr>
              <a:t>e</a:t>
            </a:r>
            <a:r>
              <a:rPr dirty="0" sz="2050" spc="-26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1E1F23"/>
                </a:solidFill>
                <a:latin typeface="Arial"/>
                <a:cs typeface="Arial"/>
              </a:rPr>
              <a:t>instalación</a:t>
            </a:r>
            <a:r>
              <a:rPr dirty="0" sz="2050" spc="-12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E1F23"/>
                </a:solidFill>
                <a:latin typeface="Arial"/>
                <a:cs typeface="Arial"/>
              </a:rPr>
              <a:t>de</a:t>
            </a:r>
            <a:r>
              <a:rPr dirty="0" sz="2050" spc="-30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E1F23"/>
                </a:solidFill>
                <a:latin typeface="Arial"/>
                <a:cs typeface="Arial"/>
              </a:rPr>
              <a:t>sistemas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de</a:t>
            </a:r>
            <a:r>
              <a:rPr dirty="0" sz="2050" spc="-19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F23"/>
                </a:solidFill>
                <a:latin typeface="Arial"/>
                <a:cs typeface="Arial"/>
              </a:rPr>
              <a:t>seguridad</a:t>
            </a:r>
            <a:r>
              <a:rPr dirty="0" sz="2050" spc="-4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100" spc="50">
                <a:solidFill>
                  <a:srgbClr val="1E1F23"/>
                </a:solidFill>
                <a:latin typeface="Arial"/>
                <a:cs typeface="Arial"/>
              </a:rPr>
              <a:t>y</a:t>
            </a:r>
            <a:r>
              <a:rPr dirty="0" sz="2100" spc="-11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E1F23"/>
                </a:solidFill>
                <a:latin typeface="Arial"/>
                <a:cs typeface="Arial"/>
              </a:rPr>
              <a:t>prevención</a:t>
            </a:r>
            <a:r>
              <a:rPr dirty="0" sz="2050" spc="-3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de</a:t>
            </a:r>
            <a:r>
              <a:rPr dirty="0" sz="2050" spc="-20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E1F23"/>
                </a:solidFill>
                <a:latin typeface="Arial"/>
                <a:cs typeface="Arial"/>
              </a:rPr>
              <a:t>incendios.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2050">
              <a:latin typeface="Arial"/>
              <a:cs typeface="Arial"/>
            </a:endParaRPr>
          </a:p>
          <a:p>
            <a:pPr marL="412115" indent="-323215">
              <a:lnSpc>
                <a:spcPct val="100000"/>
              </a:lnSpc>
              <a:buClr>
                <a:srgbClr val="E25627"/>
              </a:buClr>
              <a:buFont typeface="Arial"/>
              <a:buChar char="•"/>
              <a:tabLst>
                <a:tab pos="412115" algn="l"/>
              </a:tabLst>
            </a:pPr>
            <a:r>
              <a:rPr dirty="0" sz="2200" spc="-155" b="1">
                <a:solidFill>
                  <a:srgbClr val="1E1F23"/>
                </a:solidFill>
                <a:latin typeface="Arial"/>
                <a:cs typeface="Arial"/>
              </a:rPr>
              <a:t>1ndustrias:</a:t>
            </a:r>
            <a:r>
              <a:rPr dirty="0" sz="2200" spc="-15" b="1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E1F23"/>
                </a:solidFill>
                <a:latin typeface="Arial"/>
                <a:cs typeface="Arial"/>
              </a:rPr>
              <a:t>Minería,</a:t>
            </a:r>
            <a:r>
              <a:rPr dirty="0" sz="2050" spc="-17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1E1F23"/>
                </a:solidFill>
                <a:latin typeface="Arial"/>
                <a:cs typeface="Arial"/>
              </a:rPr>
              <a:t>Portuaria</a:t>
            </a:r>
            <a:r>
              <a:rPr dirty="0" sz="2050" spc="-4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100" spc="105">
                <a:solidFill>
                  <a:srgbClr val="1E1F23"/>
                </a:solidFill>
                <a:latin typeface="Arial"/>
                <a:cs typeface="Arial"/>
              </a:rPr>
              <a:t>y</a:t>
            </a:r>
            <a:r>
              <a:rPr dirty="0" sz="2100" spc="-24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Transporte.</a:t>
            </a:r>
            <a:endParaRPr sz="2050">
              <a:latin typeface="Arial"/>
              <a:cs typeface="Arial"/>
            </a:endParaRPr>
          </a:p>
          <a:p>
            <a:pPr marL="406400" indent="-309880">
              <a:lnSpc>
                <a:spcPct val="100000"/>
              </a:lnSpc>
              <a:spcBef>
                <a:spcPts val="2260"/>
              </a:spcBef>
              <a:buClr>
                <a:srgbClr val="E25627"/>
              </a:buClr>
              <a:buFont typeface="Arial"/>
              <a:buChar char="•"/>
              <a:tabLst>
                <a:tab pos="406400" algn="l"/>
              </a:tabLst>
            </a:pPr>
            <a:r>
              <a:rPr dirty="0" sz="2200" spc="-50" b="1">
                <a:solidFill>
                  <a:srgbClr val="1E1F23"/>
                </a:solidFill>
                <a:latin typeface="Arial"/>
                <a:cs typeface="Arial"/>
              </a:rPr>
              <a:t>Misión:</a:t>
            </a:r>
            <a:r>
              <a:rPr dirty="0" sz="2200" spc="-210" b="1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F23"/>
                </a:solidFill>
                <a:latin typeface="Arial"/>
                <a:cs typeface="Arial"/>
              </a:rPr>
              <a:t>Operaciones</a:t>
            </a:r>
            <a:r>
              <a:rPr dirty="0" sz="2050" spc="14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E1F23"/>
                </a:solidFill>
                <a:latin typeface="Arial"/>
                <a:cs typeface="Arial"/>
              </a:rPr>
              <a:t>críticas</a:t>
            </a:r>
            <a:r>
              <a:rPr dirty="0" sz="2050" spc="-4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en</a:t>
            </a:r>
            <a:r>
              <a:rPr dirty="0" sz="2050" spc="-19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ambientes</a:t>
            </a:r>
            <a:r>
              <a:rPr dirty="0" sz="2050" spc="65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F23"/>
                </a:solidFill>
                <a:latin typeface="Arial"/>
                <a:cs typeface="Arial"/>
              </a:rPr>
              <a:t>hostiles.</a:t>
            </a:r>
            <a:endParaRPr sz="2050">
              <a:latin typeface="Arial"/>
              <a:cs typeface="Arial"/>
            </a:endParaRPr>
          </a:p>
          <a:p>
            <a:pPr marL="405765" indent="-309245">
              <a:lnSpc>
                <a:spcPct val="100000"/>
              </a:lnSpc>
              <a:spcBef>
                <a:spcPts val="2195"/>
              </a:spcBef>
              <a:buClr>
                <a:srgbClr val="E25627"/>
              </a:buClr>
              <a:buFont typeface="Arial"/>
              <a:buChar char="•"/>
              <a:tabLst>
                <a:tab pos="405765" algn="l"/>
              </a:tabLst>
            </a:pPr>
            <a:r>
              <a:rPr dirty="0" sz="2200" spc="-110" b="1">
                <a:solidFill>
                  <a:srgbClr val="1E1F23"/>
                </a:solidFill>
                <a:latin typeface="Arial"/>
                <a:cs typeface="Arial"/>
              </a:rPr>
              <a:t>Productos:</a:t>
            </a:r>
            <a:r>
              <a:rPr dirty="0" sz="2200" spc="75" b="1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F23"/>
                </a:solidFill>
                <a:latin typeface="Arial"/>
                <a:cs typeface="Arial"/>
              </a:rPr>
              <a:t>Stremax,</a:t>
            </a:r>
            <a:r>
              <a:rPr dirty="0" sz="2050" spc="80">
                <a:solidFill>
                  <a:srgbClr val="1E1F23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E1F23"/>
                </a:solidFill>
                <a:latin typeface="Arial"/>
                <a:cs typeface="Arial"/>
              </a:rPr>
              <a:t>Reacton.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6358" y="3449329"/>
            <a:ext cx="2123667" cy="4693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724" y="1008087"/>
            <a:ext cx="4986685" cy="677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4342" y="5307823"/>
            <a:ext cx="2123667" cy="2834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5062" y="1039586"/>
            <a:ext cx="110116" cy="503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98053" y="6142570"/>
            <a:ext cx="2123667" cy="20002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21775" y="6552069"/>
            <a:ext cx="2123667" cy="159074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29753" y="7024568"/>
            <a:ext cx="2123667" cy="111824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346006" y="963887"/>
            <a:ext cx="356489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540">
                <a:solidFill>
                  <a:srgbClr val="D82720"/>
                </a:solidFill>
              </a:rPr>
              <a:t>Estructura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64334" y="2861757"/>
            <a:ext cx="34861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-114">
                <a:solidFill>
                  <a:srgbClr val="1C1C1D"/>
                </a:solidFill>
                <a:latin typeface="Courier New"/>
                <a:cs typeface="Courier New"/>
              </a:rPr>
              <a:t>16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65642" y="4767498"/>
            <a:ext cx="18034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15">
                <a:solidFill>
                  <a:srgbClr val="1C1C1D"/>
                </a:solidFill>
                <a:latin typeface="Arial"/>
                <a:cs typeface="Arial"/>
              </a:rPr>
              <a:t>8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81063" y="5598309"/>
            <a:ext cx="179705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15">
                <a:solidFill>
                  <a:srgbClr val="1C1C1D"/>
                </a:solidFill>
                <a:latin typeface="Arial"/>
                <a:cs typeface="Arial"/>
              </a:rPr>
              <a:t>5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97004" y="5995995"/>
            <a:ext cx="177165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50">
                <a:solidFill>
                  <a:srgbClr val="1C1C1D"/>
                </a:solidFill>
                <a:latin typeface="Arial"/>
                <a:cs typeface="Arial"/>
              </a:rPr>
              <a:t>4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12928" y="6452744"/>
            <a:ext cx="177165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50">
                <a:solidFill>
                  <a:srgbClr val="1C1C1D"/>
                </a:solidFill>
                <a:latin typeface="Arial"/>
                <a:cs typeface="Arial"/>
              </a:rPr>
              <a:t>3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1228" y="8275801"/>
            <a:ext cx="125857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25">
                <a:solidFill>
                  <a:srgbClr val="656566"/>
                </a:solidFill>
                <a:latin typeface="Arial"/>
                <a:cs typeface="Arial"/>
              </a:rPr>
              <a:t>Operaciones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7871" y="8283677"/>
            <a:ext cx="68199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45">
                <a:solidFill>
                  <a:srgbClr val="656566"/>
                </a:solidFill>
                <a:latin typeface="Arial"/>
                <a:cs typeface="Arial"/>
              </a:rPr>
              <a:t>Ventas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25050" y="8283677"/>
            <a:ext cx="69278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0">
                <a:solidFill>
                  <a:srgbClr val="656566"/>
                </a:solidFill>
                <a:latin typeface="Arial"/>
                <a:cs typeface="Arial"/>
              </a:rPr>
              <a:t>Admin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27787" y="8283677"/>
            <a:ext cx="88963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40">
                <a:solidFill>
                  <a:srgbClr val="656566"/>
                </a:solidFill>
                <a:latin typeface="Arial"/>
                <a:cs typeface="Arial"/>
              </a:rPr>
              <a:t>Finanzas</a:t>
            </a:r>
            <a:endParaRPr sz="1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75723" y="8256114"/>
            <a:ext cx="62674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60">
                <a:solidFill>
                  <a:srgbClr val="656566"/>
                </a:solidFill>
                <a:latin typeface="Times New Roman"/>
                <a:cs typeface="Times New Roman"/>
              </a:rPr>
              <a:t>RRHH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84928" y="9417673"/>
            <a:ext cx="4965700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10" i="1">
                <a:solidFill>
                  <a:srgbClr val="656566"/>
                </a:solidFill>
                <a:latin typeface="Arial"/>
                <a:cs typeface="Arial"/>
              </a:rPr>
              <a:t>Organización</a:t>
            </a:r>
            <a:r>
              <a:rPr dirty="0" sz="2050" spc="120" i="1">
                <a:solidFill>
                  <a:srgbClr val="656566"/>
                </a:solidFill>
                <a:latin typeface="Arial"/>
                <a:cs typeface="Arial"/>
              </a:rPr>
              <a:t> </a:t>
            </a:r>
            <a:r>
              <a:rPr dirty="0" sz="2050" spc="75" i="1">
                <a:solidFill>
                  <a:srgbClr val="656566"/>
                </a:solidFill>
                <a:latin typeface="Arial"/>
                <a:cs typeface="Arial"/>
              </a:rPr>
              <a:t>actual</a:t>
            </a:r>
            <a:r>
              <a:rPr dirty="0" sz="2050" spc="-140" i="1">
                <a:solidFill>
                  <a:srgbClr val="656566"/>
                </a:solidFill>
                <a:latin typeface="Arial"/>
                <a:cs typeface="Arial"/>
              </a:rPr>
              <a:t> </a:t>
            </a:r>
            <a:r>
              <a:rPr dirty="0" sz="2050" spc="120" i="1">
                <a:solidFill>
                  <a:srgbClr val="656566"/>
                </a:solidFill>
                <a:latin typeface="Arial"/>
                <a:cs typeface="Arial"/>
              </a:rPr>
              <a:t>de</a:t>
            </a:r>
            <a:r>
              <a:rPr dirty="0" sz="2050" spc="-240" i="1">
                <a:solidFill>
                  <a:srgbClr val="656566"/>
                </a:solidFill>
                <a:latin typeface="Arial"/>
                <a:cs typeface="Arial"/>
              </a:rPr>
              <a:t> </a:t>
            </a:r>
            <a:r>
              <a:rPr dirty="0" sz="2050" spc="120" i="1">
                <a:solidFill>
                  <a:srgbClr val="656566"/>
                </a:solidFill>
                <a:latin typeface="Arial"/>
                <a:cs typeface="Arial"/>
              </a:rPr>
              <a:t>36</a:t>
            </a:r>
            <a:r>
              <a:rPr dirty="0" sz="2050" spc="-240" i="1">
                <a:solidFill>
                  <a:srgbClr val="656566"/>
                </a:solidFill>
                <a:latin typeface="Arial"/>
                <a:cs typeface="Arial"/>
              </a:rPr>
              <a:t> </a:t>
            </a:r>
            <a:r>
              <a:rPr dirty="0" sz="2050" spc="45" i="1">
                <a:solidFill>
                  <a:srgbClr val="656566"/>
                </a:solidFill>
                <a:latin typeface="Arial"/>
                <a:cs typeface="Arial"/>
              </a:rPr>
              <a:t>colaboradores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79437" y="6335229"/>
            <a:ext cx="14166215" cy="196723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ctr" marL="12065" marR="5080" indent="10160">
              <a:lnSpc>
                <a:spcPct val="142200"/>
              </a:lnSpc>
              <a:spcBef>
                <a:spcPts val="50"/>
              </a:spcBef>
            </a:pPr>
            <a:r>
              <a:rPr dirty="0" sz="2950" spc="-40" b="0">
                <a:solidFill>
                  <a:srgbClr val="525252"/>
                </a:solidFill>
                <a:latin typeface="Arial"/>
                <a:cs typeface="Arial"/>
              </a:rPr>
              <a:t>''Las</a:t>
            </a:r>
            <a:r>
              <a:rPr dirty="0" sz="2950" spc="-11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35" b="0">
                <a:solidFill>
                  <a:srgbClr val="525252"/>
                </a:solidFill>
                <a:latin typeface="Arial"/>
                <a:cs typeface="Arial"/>
              </a:rPr>
              <a:t>limitantes</a:t>
            </a:r>
            <a:r>
              <a:rPr dirty="0" sz="2950" spc="-4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75" b="0">
                <a:solidFill>
                  <a:srgbClr val="525252"/>
                </a:solidFill>
                <a:latin typeface="Arial"/>
                <a:cs typeface="Arial"/>
              </a:rPr>
              <a:t>en</a:t>
            </a:r>
            <a:r>
              <a:rPr dirty="0" sz="2950" spc="-31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85" b="0">
                <a:solidFill>
                  <a:srgbClr val="525252"/>
                </a:solidFill>
                <a:latin typeface="Arial"/>
                <a:cs typeface="Arial"/>
              </a:rPr>
              <a:t>la</a:t>
            </a:r>
            <a:r>
              <a:rPr dirty="0" sz="2950" spc="-21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90" b="0">
                <a:solidFill>
                  <a:srgbClr val="525252"/>
                </a:solidFill>
                <a:latin typeface="Arial"/>
                <a:cs typeface="Arial"/>
              </a:rPr>
              <a:t>gestión</a:t>
            </a:r>
            <a:r>
              <a:rPr dirty="0" sz="2950" spc="-13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b="0">
                <a:solidFill>
                  <a:srgbClr val="525252"/>
                </a:solidFill>
                <a:latin typeface="Arial"/>
                <a:cs typeface="Arial"/>
              </a:rPr>
              <a:t>manual</a:t>
            </a:r>
            <a:r>
              <a:rPr dirty="0" sz="2950" spc="4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40" b="0">
                <a:solidFill>
                  <a:srgbClr val="525252"/>
                </a:solidFill>
                <a:latin typeface="Arial"/>
                <a:cs typeface="Arial"/>
              </a:rPr>
              <a:t>impiden</a:t>
            </a:r>
            <a:r>
              <a:rPr dirty="0" sz="2950" spc="-10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-105" b="0">
                <a:solidFill>
                  <a:srgbClr val="525252"/>
                </a:solidFill>
                <a:latin typeface="Arial"/>
                <a:cs typeface="Arial"/>
              </a:rPr>
              <a:t>a</a:t>
            </a:r>
            <a:r>
              <a:rPr dirty="0" sz="2950" spc="-16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85" b="0">
                <a:solidFill>
                  <a:srgbClr val="525252"/>
                </a:solidFill>
                <a:latin typeface="Arial"/>
                <a:cs typeface="Arial"/>
              </a:rPr>
              <a:t>Optifire</a:t>
            </a:r>
            <a:r>
              <a:rPr dirty="0" sz="2950" spc="-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90" b="0">
                <a:solidFill>
                  <a:srgbClr val="525252"/>
                </a:solidFill>
                <a:latin typeface="Arial"/>
                <a:cs typeface="Arial"/>
              </a:rPr>
              <a:t>madurar</a:t>
            </a:r>
            <a:r>
              <a:rPr dirty="0" sz="2950" spc="-6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45" b="0">
                <a:solidFill>
                  <a:srgbClr val="525252"/>
                </a:solidFill>
                <a:latin typeface="Arial"/>
                <a:cs typeface="Arial"/>
              </a:rPr>
              <a:t>como </a:t>
            </a:r>
            <a:r>
              <a:rPr dirty="0" sz="2950" spc="50" b="0">
                <a:solidFill>
                  <a:srgbClr val="525252"/>
                </a:solidFill>
                <a:latin typeface="Arial"/>
                <a:cs typeface="Arial"/>
              </a:rPr>
              <a:t>organización</a:t>
            </a:r>
            <a:r>
              <a:rPr dirty="0" sz="2950" spc="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3000" spc="75" b="0">
                <a:solidFill>
                  <a:srgbClr val="525252"/>
                </a:solidFill>
                <a:latin typeface="Arial"/>
                <a:cs typeface="Arial"/>
              </a:rPr>
              <a:t>y</a:t>
            </a:r>
            <a:r>
              <a:rPr dirty="0" sz="3000" spc="-16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80" b="0">
                <a:solidFill>
                  <a:srgbClr val="525252"/>
                </a:solidFill>
                <a:latin typeface="Arial"/>
                <a:cs typeface="Arial"/>
              </a:rPr>
              <a:t>consolidar</a:t>
            </a:r>
            <a:r>
              <a:rPr dirty="0" sz="2950" spc="-1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b="0">
                <a:solidFill>
                  <a:srgbClr val="525252"/>
                </a:solidFill>
                <a:latin typeface="Arial"/>
                <a:cs typeface="Arial"/>
              </a:rPr>
              <a:t>su</a:t>
            </a:r>
            <a:r>
              <a:rPr dirty="0" sz="2950" spc="-22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00" b="0">
                <a:solidFill>
                  <a:srgbClr val="525252"/>
                </a:solidFill>
                <a:latin typeface="Arial"/>
                <a:cs typeface="Arial"/>
              </a:rPr>
              <a:t>liderazgo</a:t>
            </a:r>
            <a:r>
              <a:rPr dirty="0" sz="2950" spc="-114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75" b="0">
                <a:solidFill>
                  <a:srgbClr val="525252"/>
                </a:solidFill>
                <a:latin typeface="Arial"/>
                <a:cs typeface="Arial"/>
              </a:rPr>
              <a:t>en</a:t>
            </a:r>
            <a:r>
              <a:rPr dirty="0" sz="2950" spc="-24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b="0">
                <a:solidFill>
                  <a:srgbClr val="525252"/>
                </a:solidFill>
                <a:latin typeface="Arial"/>
                <a:cs typeface="Arial"/>
              </a:rPr>
              <a:t>la</a:t>
            </a:r>
            <a:r>
              <a:rPr dirty="0" sz="2950" spc="-14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14" b="0">
                <a:solidFill>
                  <a:srgbClr val="525252"/>
                </a:solidFill>
                <a:latin typeface="Arial"/>
                <a:cs typeface="Arial"/>
              </a:rPr>
              <a:t>industria,</a:t>
            </a:r>
            <a:r>
              <a:rPr dirty="0" sz="2950" spc="-13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-105" b="0">
                <a:solidFill>
                  <a:srgbClr val="525252"/>
                </a:solidFill>
                <a:latin typeface="Arial"/>
                <a:cs typeface="Arial"/>
              </a:rPr>
              <a:t>a</a:t>
            </a:r>
            <a:r>
              <a:rPr dirty="0" sz="2950" spc="-14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b="0">
                <a:solidFill>
                  <a:srgbClr val="525252"/>
                </a:solidFill>
                <a:latin typeface="Arial"/>
                <a:cs typeface="Arial"/>
              </a:rPr>
              <a:t>pesar</a:t>
            </a:r>
            <a:r>
              <a:rPr dirty="0" sz="2950" spc="-10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40" b="0">
                <a:solidFill>
                  <a:srgbClr val="525252"/>
                </a:solidFill>
                <a:latin typeface="Arial"/>
                <a:cs typeface="Arial"/>
              </a:rPr>
              <a:t>de</a:t>
            </a:r>
            <a:r>
              <a:rPr dirty="0" sz="2950" spc="-5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b="0">
                <a:solidFill>
                  <a:srgbClr val="525252"/>
                </a:solidFill>
                <a:latin typeface="Arial"/>
                <a:cs typeface="Arial"/>
              </a:rPr>
              <a:t>la</a:t>
            </a:r>
            <a:r>
              <a:rPr dirty="0" sz="2950" spc="-20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85" b="0">
                <a:solidFill>
                  <a:srgbClr val="525252"/>
                </a:solidFill>
                <a:latin typeface="Arial"/>
                <a:cs typeface="Arial"/>
              </a:rPr>
              <a:t>calidad</a:t>
            </a:r>
            <a:r>
              <a:rPr dirty="0" sz="2950" spc="30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140" b="0">
                <a:solidFill>
                  <a:srgbClr val="525252"/>
                </a:solidFill>
                <a:latin typeface="Arial"/>
                <a:cs typeface="Arial"/>
              </a:rPr>
              <a:t>de</a:t>
            </a:r>
            <a:r>
              <a:rPr dirty="0" sz="2950" spc="-145" b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950" spc="-25" b="0">
                <a:solidFill>
                  <a:srgbClr val="525252"/>
                </a:solidFill>
                <a:latin typeface="Arial"/>
                <a:cs typeface="Arial"/>
              </a:rPr>
              <a:t>sus</a:t>
            </a:r>
            <a:endParaRPr sz="2950">
              <a:latin typeface="Arial"/>
              <a:cs typeface="Arial"/>
            </a:endParaRPr>
          </a:p>
          <a:p>
            <a:pPr algn="ctr" marR="13335">
              <a:lnSpc>
                <a:spcPct val="100000"/>
              </a:lnSpc>
              <a:spcBef>
                <a:spcPts val="1660"/>
              </a:spcBef>
            </a:pPr>
            <a:r>
              <a:rPr dirty="0" sz="2950" spc="-10" b="0">
                <a:solidFill>
                  <a:srgbClr val="525252"/>
                </a:solidFill>
                <a:latin typeface="Arial"/>
                <a:cs typeface="Arial"/>
              </a:rPr>
              <a:t>productos."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4882" y="3906076"/>
            <a:ext cx="314617" cy="125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10541" y="3921826"/>
            <a:ext cx="676427" cy="141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89291" y="3921826"/>
            <a:ext cx="566311" cy="125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21962" y="3843076"/>
            <a:ext cx="298886" cy="283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10541" y="4677824"/>
            <a:ext cx="880928" cy="125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6021" y="4677824"/>
            <a:ext cx="849466" cy="125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6343" y="5496822"/>
            <a:ext cx="314617" cy="944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52119" y="5591321"/>
            <a:ext cx="267424" cy="2834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52119" y="6111070"/>
            <a:ext cx="267424" cy="299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198200" y="5748821"/>
            <a:ext cx="786543" cy="110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818481" y="5685821"/>
            <a:ext cx="361810" cy="110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182469" y="6252820"/>
            <a:ext cx="912390" cy="1259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818481" y="6205570"/>
            <a:ext cx="361810" cy="944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281446" y="5985070"/>
            <a:ext cx="377540" cy="2519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753374" y="5922071"/>
            <a:ext cx="1101161" cy="3149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36343" y="6520569"/>
            <a:ext cx="298886" cy="944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710541" y="6835568"/>
            <a:ext cx="1053968" cy="110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389145" y="7071817"/>
            <a:ext cx="644965" cy="108674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726272" y="7119067"/>
            <a:ext cx="346079" cy="3622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110588" y="7465566"/>
            <a:ext cx="676427" cy="1417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710541" y="7638816"/>
            <a:ext cx="361810" cy="37799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726272" y="8190064"/>
            <a:ext cx="361810" cy="37799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151011" y="8253064"/>
            <a:ext cx="534849" cy="1102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492726" y="7560066"/>
            <a:ext cx="519118" cy="3149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094859" y="8190064"/>
            <a:ext cx="298886" cy="2204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312914" y="7985315"/>
            <a:ext cx="298886" cy="283499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880305" y="5859069"/>
            <a:ext cx="0" cy="378460"/>
          </a:xfrm>
          <a:custGeom>
            <a:avLst/>
            <a:gdLst/>
            <a:ahLst/>
            <a:cxnLst/>
            <a:rect l="l" t="t" r="r" b="b"/>
            <a:pathLst>
              <a:path w="0" h="378460">
                <a:moveTo>
                  <a:pt x="0" y="3779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6179192" y="5922069"/>
            <a:ext cx="0" cy="315595"/>
          </a:xfrm>
          <a:custGeom>
            <a:avLst/>
            <a:gdLst/>
            <a:ahLst/>
            <a:cxnLst/>
            <a:rect l="l" t="t" r="r" b="b"/>
            <a:pathLst>
              <a:path w="0"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145549" y="5969318"/>
            <a:ext cx="0" cy="267970"/>
          </a:xfrm>
          <a:custGeom>
            <a:avLst/>
            <a:gdLst/>
            <a:ahLst/>
            <a:cxnLst/>
            <a:rect l="l" t="t" r="r" b="b"/>
            <a:pathLst>
              <a:path w="0" h="267970">
                <a:moveTo>
                  <a:pt x="0" y="267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420605" y="5181820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1925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198192" y="5276320"/>
            <a:ext cx="786765" cy="0"/>
          </a:xfrm>
          <a:custGeom>
            <a:avLst/>
            <a:gdLst/>
            <a:ahLst/>
            <a:cxnLst/>
            <a:rect l="l" t="t" r="r" b="b"/>
            <a:pathLst>
              <a:path w="786765" h="0">
                <a:moveTo>
                  <a:pt x="0" y="0"/>
                </a:moveTo>
                <a:lnTo>
                  <a:pt x="786543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420605" y="5874818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 h="0">
                <a:moveTo>
                  <a:pt x="0" y="0"/>
                </a:moveTo>
                <a:lnTo>
                  <a:pt x="346078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151000" y="7355315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 h="0">
                <a:moveTo>
                  <a:pt x="0" y="0"/>
                </a:moveTo>
                <a:lnTo>
                  <a:pt x="26742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092671" y="7540376"/>
            <a:ext cx="409575" cy="133985"/>
          </a:xfrm>
          <a:custGeom>
            <a:avLst/>
            <a:gdLst/>
            <a:ahLst/>
            <a:cxnLst/>
            <a:rect l="l" t="t" r="r" b="b"/>
            <a:pathLst>
              <a:path w="409575" h="133984">
                <a:moveTo>
                  <a:pt x="0" y="0"/>
                </a:moveTo>
                <a:lnTo>
                  <a:pt x="409003" y="0"/>
                </a:lnTo>
                <a:lnTo>
                  <a:pt x="409003" y="133874"/>
                </a:lnTo>
                <a:lnTo>
                  <a:pt x="0" y="1338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951094" y="7756939"/>
            <a:ext cx="314960" cy="0"/>
          </a:xfrm>
          <a:custGeom>
            <a:avLst/>
            <a:gdLst/>
            <a:ahLst/>
            <a:cxnLst/>
            <a:rect l="l" t="t" r="r" b="b"/>
            <a:pathLst>
              <a:path w="314959" h="0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xfrm>
            <a:off x="1336064" y="963887"/>
            <a:ext cx="7398384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085850" algn="l"/>
                <a:tab pos="6362065" algn="l"/>
              </a:tabLst>
            </a:pPr>
            <a:r>
              <a:rPr dirty="0" spc="85">
                <a:solidFill>
                  <a:srgbClr val="D82620"/>
                </a:solidFill>
              </a:rPr>
              <a:t>So</a:t>
            </a:r>
            <a:r>
              <a:rPr dirty="0">
                <a:solidFill>
                  <a:srgbClr val="D82620"/>
                </a:solidFill>
              </a:rPr>
              <a:t>	</a:t>
            </a:r>
            <a:r>
              <a:rPr dirty="0" spc="600">
                <a:solidFill>
                  <a:srgbClr val="D82620"/>
                </a:solidFill>
              </a:rPr>
              <a:t>ución:</a:t>
            </a:r>
            <a:r>
              <a:rPr dirty="0" spc="-45">
                <a:solidFill>
                  <a:srgbClr val="D82620"/>
                </a:solidFill>
              </a:rPr>
              <a:t> </a:t>
            </a:r>
            <a:r>
              <a:rPr dirty="0" spc="595">
                <a:solidFill>
                  <a:srgbClr val="D82620"/>
                </a:solidFill>
              </a:rPr>
              <a:t>Sistema</a:t>
            </a:r>
            <a:r>
              <a:rPr dirty="0">
                <a:solidFill>
                  <a:srgbClr val="D82620"/>
                </a:solidFill>
              </a:rPr>
              <a:t>	</a:t>
            </a:r>
            <a:r>
              <a:rPr dirty="0" spc="505">
                <a:solidFill>
                  <a:srgbClr val="D82620"/>
                </a:solidFill>
              </a:rPr>
              <a:t>lns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9156002" y="963887"/>
            <a:ext cx="229997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785" b="1">
                <a:solidFill>
                  <a:srgbClr val="D82620"/>
                </a:solidFill>
                <a:latin typeface="Arial"/>
                <a:cs typeface="Arial"/>
              </a:rPr>
              <a:t>exmax</a:t>
            </a:r>
            <a:endParaRPr sz="4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6901" y="4369812"/>
            <a:ext cx="4904740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150" b="1">
                <a:solidFill>
                  <a:srgbClr val="E85825"/>
                </a:solidFill>
                <a:latin typeface="Arial"/>
                <a:cs typeface="Arial"/>
              </a:rPr>
              <a:t>Plataforma</a:t>
            </a:r>
            <a:r>
              <a:rPr dirty="0" sz="3000" spc="390" b="1">
                <a:solidFill>
                  <a:srgbClr val="E85825"/>
                </a:solidFill>
                <a:latin typeface="Arial"/>
                <a:cs typeface="Arial"/>
              </a:rPr>
              <a:t> </a:t>
            </a:r>
            <a:r>
              <a:rPr dirty="0" sz="3000" spc="204" b="1">
                <a:solidFill>
                  <a:srgbClr val="E85825"/>
                </a:solidFill>
                <a:latin typeface="Arial"/>
                <a:cs typeface="Arial"/>
              </a:rPr>
              <a:t>Web</a:t>
            </a:r>
            <a:r>
              <a:rPr dirty="0" sz="3000" spc="305" b="1">
                <a:solidFill>
                  <a:srgbClr val="E85825"/>
                </a:solidFill>
                <a:latin typeface="Arial"/>
                <a:cs typeface="Arial"/>
              </a:rPr>
              <a:t> </a:t>
            </a:r>
            <a:r>
              <a:rPr dirty="0" sz="3000" spc="130" b="1">
                <a:solidFill>
                  <a:srgbClr val="E85825"/>
                </a:solidFill>
                <a:latin typeface="Arial"/>
                <a:cs typeface="Arial"/>
              </a:rPr>
              <a:t>Integral</a:t>
            </a:r>
            <a:endParaRPr sz="3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223104" y="4653312"/>
            <a:ext cx="61087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110" b="1">
                <a:solidFill>
                  <a:srgbClr val="7D7A9B"/>
                </a:solidFill>
                <a:latin typeface="Times New Roman"/>
                <a:cs typeface="Times New Roman"/>
              </a:rPr>
              <a:t>,</a:t>
            </a:r>
            <a:r>
              <a:rPr dirty="0" sz="950" spc="110" b="1">
                <a:solidFill>
                  <a:srgbClr val="9796A2"/>
                </a:solidFill>
                <a:latin typeface="Times New Roman"/>
                <a:cs typeface="Times New Roman"/>
              </a:rPr>
              <a:t>12</a:t>
            </a:r>
            <a:r>
              <a:rPr dirty="0" sz="950" spc="370" b="1">
                <a:solidFill>
                  <a:srgbClr val="9796A2"/>
                </a:solidFill>
                <a:latin typeface="Times New Roman"/>
                <a:cs typeface="Times New Roman"/>
              </a:rPr>
              <a:t> </a:t>
            </a:r>
            <a:r>
              <a:rPr dirty="0" sz="950" spc="-10" b="1">
                <a:solidFill>
                  <a:srgbClr val="9796A2"/>
                </a:solidFill>
                <a:latin typeface="Times New Roman"/>
                <a:cs typeface="Times New Roman"/>
              </a:rPr>
              <a:t>17.,#0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808469" y="4535187"/>
            <a:ext cx="180975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100" spc="5" b="1">
                <a:solidFill>
                  <a:srgbClr val="4C457A"/>
                </a:solidFill>
                <a:latin typeface="Arial"/>
                <a:cs typeface="Arial"/>
              </a:rPr>
              <a:t>a</a:t>
            </a:r>
            <a:endParaRPr sz="21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41200"/>
              </a:lnSpc>
              <a:spcBef>
                <a:spcPts val="100"/>
              </a:spcBef>
            </a:pPr>
            <a:r>
              <a:rPr dirty="0" spc="105"/>
              <a:t>Automatización</a:t>
            </a:r>
            <a:r>
              <a:rPr dirty="0" spc="-350"/>
              <a:t> </a:t>
            </a:r>
            <a:r>
              <a:rPr dirty="0" spc="50"/>
              <a:t>de</a:t>
            </a:r>
            <a:r>
              <a:rPr dirty="0" spc="-225"/>
              <a:t> </a:t>
            </a:r>
            <a:r>
              <a:rPr dirty="0"/>
              <a:t>procesos</a:t>
            </a:r>
            <a:r>
              <a:rPr dirty="0" spc="-10"/>
              <a:t> </a:t>
            </a:r>
            <a:r>
              <a:rPr dirty="0"/>
              <a:t>para</a:t>
            </a:r>
            <a:r>
              <a:rPr dirty="0" spc="-110"/>
              <a:t> </a:t>
            </a:r>
            <a:r>
              <a:rPr dirty="0"/>
              <a:t>la</a:t>
            </a:r>
            <a:r>
              <a:rPr dirty="0" spc="-150"/>
              <a:t> </a:t>
            </a:r>
            <a:r>
              <a:rPr dirty="0" spc="80"/>
              <a:t>gestión</a:t>
            </a:r>
            <a:r>
              <a:rPr dirty="0" spc="-165"/>
              <a:t> </a:t>
            </a:r>
            <a:r>
              <a:rPr dirty="0" spc="50"/>
              <a:t>del</a:t>
            </a:r>
            <a:r>
              <a:rPr dirty="0" spc="-80"/>
              <a:t> </a:t>
            </a:r>
            <a:r>
              <a:rPr dirty="0" spc="75"/>
              <a:t>ciclo</a:t>
            </a:r>
            <a:r>
              <a:rPr dirty="0" spc="-185"/>
              <a:t> </a:t>
            </a:r>
            <a:r>
              <a:rPr dirty="0" spc="50"/>
              <a:t>de</a:t>
            </a:r>
            <a:r>
              <a:rPr dirty="0" spc="-240"/>
              <a:t> </a:t>
            </a:r>
            <a:r>
              <a:rPr dirty="0" spc="70"/>
              <a:t>vida</a:t>
            </a:r>
            <a:r>
              <a:rPr dirty="0" spc="-135"/>
              <a:t> </a:t>
            </a:r>
            <a:r>
              <a:rPr dirty="0" spc="85"/>
              <a:t>de</a:t>
            </a:r>
            <a:r>
              <a:rPr dirty="0" spc="-295"/>
              <a:t> </a:t>
            </a:r>
            <a:r>
              <a:rPr dirty="0" spc="-10"/>
              <a:t>órdenes </a:t>
            </a:r>
            <a:r>
              <a:rPr dirty="0" spc="50"/>
              <a:t>de</a:t>
            </a:r>
            <a:r>
              <a:rPr dirty="0" spc="-280"/>
              <a:t> </a:t>
            </a:r>
            <a:r>
              <a:rPr dirty="0" spc="70"/>
              <a:t>trabajo.</a:t>
            </a:r>
          </a:p>
          <a:p>
            <a:pPr>
              <a:lnSpc>
                <a:spcPct val="100000"/>
              </a:lnSpc>
              <a:spcBef>
                <a:spcPts val="1255"/>
              </a:spcBef>
            </a:pPr>
          </a:p>
          <a:p>
            <a:pPr marL="395605" indent="-301625">
              <a:lnSpc>
                <a:spcPct val="100000"/>
              </a:lnSpc>
              <a:spcBef>
                <a:spcPts val="5"/>
              </a:spcBef>
              <a:buChar char="•"/>
              <a:tabLst>
                <a:tab pos="395605" algn="l"/>
              </a:tabLst>
            </a:pPr>
            <a:r>
              <a:rPr dirty="0" spc="120">
                <a:solidFill>
                  <a:srgbClr val="E85825"/>
                </a:solidFill>
              </a:rPr>
              <a:t>v'</a:t>
            </a:r>
            <a:r>
              <a:rPr dirty="0" spc="120"/>
              <a:t>Trazabilidad</a:t>
            </a:r>
            <a:r>
              <a:rPr dirty="0" spc="-155"/>
              <a:t> </a:t>
            </a:r>
            <a:r>
              <a:rPr dirty="0" spc="150"/>
              <a:t>total</a:t>
            </a:r>
            <a:r>
              <a:rPr dirty="0" spc="-130"/>
              <a:t> </a:t>
            </a:r>
            <a:r>
              <a:rPr dirty="0" spc="50"/>
              <a:t>del</a:t>
            </a:r>
            <a:r>
              <a:rPr dirty="0" spc="-105"/>
              <a:t> </a:t>
            </a:r>
            <a:r>
              <a:rPr dirty="0" spc="-10"/>
              <a:t>servicio.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</a:p>
          <a:p>
            <a:pPr marL="405130" indent="-318135">
              <a:lnSpc>
                <a:spcPct val="100000"/>
              </a:lnSpc>
              <a:buFont typeface="Arial"/>
              <a:buChar char="•"/>
              <a:tabLst>
                <a:tab pos="405130" algn="l"/>
              </a:tabLst>
            </a:pPr>
            <a:r>
              <a:rPr dirty="0" sz="1900" spc="50" b="1">
                <a:solidFill>
                  <a:srgbClr val="E85825"/>
                </a:solidFill>
                <a:latin typeface="Arial"/>
                <a:cs typeface="Arial"/>
              </a:rPr>
              <a:t>v'</a:t>
            </a:r>
            <a:r>
              <a:rPr dirty="0" sz="1900" spc="195" b="1">
                <a:solidFill>
                  <a:srgbClr val="E85825"/>
                </a:solidFill>
                <a:latin typeface="Arial"/>
                <a:cs typeface="Arial"/>
              </a:rPr>
              <a:t> </a:t>
            </a:r>
            <a:r>
              <a:rPr dirty="0" spc="75"/>
              <a:t>Centralización</a:t>
            </a:r>
            <a:r>
              <a:rPr dirty="0" spc="-270"/>
              <a:t> </a:t>
            </a:r>
            <a:r>
              <a:rPr dirty="0" spc="50"/>
              <a:t>de</a:t>
            </a:r>
            <a:r>
              <a:rPr dirty="0" spc="-245"/>
              <a:t> </a:t>
            </a:r>
            <a:r>
              <a:rPr dirty="0" spc="65"/>
              <a:t>información.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</a:p>
          <a:p>
            <a:pPr marL="395605" indent="-301625">
              <a:lnSpc>
                <a:spcPct val="100000"/>
              </a:lnSpc>
              <a:buChar char="•"/>
              <a:tabLst>
                <a:tab pos="395605" algn="l"/>
              </a:tabLst>
            </a:pPr>
            <a:r>
              <a:rPr dirty="0" spc="60">
                <a:solidFill>
                  <a:srgbClr val="E85825"/>
                </a:solidFill>
              </a:rPr>
              <a:t>v'</a:t>
            </a:r>
            <a:r>
              <a:rPr dirty="0" spc="440">
                <a:solidFill>
                  <a:srgbClr val="E85825"/>
                </a:solidFill>
              </a:rPr>
              <a:t> </a:t>
            </a:r>
            <a:r>
              <a:rPr dirty="0"/>
              <a:t>Transparencia</a:t>
            </a:r>
            <a:r>
              <a:rPr dirty="0" spc="110"/>
              <a:t> </a:t>
            </a:r>
            <a:r>
              <a:rPr dirty="0" spc="60"/>
              <a:t>con</a:t>
            </a:r>
            <a:r>
              <a:rPr dirty="0" spc="-190"/>
              <a:t> </a:t>
            </a:r>
            <a:r>
              <a:rPr dirty="0"/>
              <a:t>el</a:t>
            </a:r>
            <a:r>
              <a:rPr dirty="0" spc="-75"/>
              <a:t> </a:t>
            </a:r>
            <a:r>
              <a:rPr dirty="0" spc="55"/>
              <a:t>cliente.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3669160" y="5196685"/>
            <a:ext cx="95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B4B4B7"/>
                </a:solidFill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044424" y="5196685"/>
            <a:ext cx="148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796A2"/>
                </a:solidFill>
                <a:latin typeface="Times New Roman"/>
                <a:cs typeface="Times New Roman"/>
              </a:rPr>
              <a:t>•</a:t>
            </a:r>
            <a:r>
              <a:rPr dirty="0" sz="900" spc="75">
                <a:solidFill>
                  <a:srgbClr val="9796A2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B4B4B7"/>
                </a:solidFill>
                <a:latin typeface="Times New Roman"/>
                <a:cs typeface="Times New Roman"/>
              </a:rPr>
              <a:t>•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822084" y="5110060"/>
            <a:ext cx="30543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85090" indent="-72390">
              <a:lnSpc>
                <a:spcPct val="100000"/>
              </a:lnSpc>
              <a:spcBef>
                <a:spcPts val="120"/>
              </a:spcBef>
              <a:buClr>
                <a:srgbClr val="BC9394"/>
              </a:buClr>
              <a:buSzPct val="70000"/>
              <a:buFont typeface="Arial"/>
              <a:buChar char="■"/>
              <a:tabLst>
                <a:tab pos="85090" algn="l"/>
              </a:tabLst>
            </a:pPr>
            <a:r>
              <a:rPr dirty="0" sz="1000" spc="60" b="1">
                <a:solidFill>
                  <a:srgbClr val="B4B4B7"/>
                </a:solidFill>
                <a:latin typeface="Arial"/>
                <a:cs typeface="Arial"/>
              </a:rPr>
              <a:t>21'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508478" y="5200622"/>
            <a:ext cx="178435" cy="634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9215">
              <a:lnSpc>
                <a:spcPts val="1970"/>
              </a:lnSpc>
              <a:spcBef>
                <a:spcPts val="125"/>
              </a:spcBef>
            </a:pPr>
            <a:r>
              <a:rPr dirty="0" sz="1650" spc="-110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  <a:p>
            <a:pPr algn="r" marR="20955">
              <a:lnSpc>
                <a:spcPts val="1250"/>
              </a:lnSpc>
            </a:pPr>
            <a:r>
              <a:rPr dirty="0" sz="1050" spc="-25" b="1">
                <a:solidFill>
                  <a:srgbClr val="A2BDCD"/>
                </a:solidFill>
                <a:latin typeface="Arial"/>
                <a:cs typeface="Arial"/>
              </a:rPr>
              <a:t>11</a:t>
            </a:r>
            <a:endParaRPr sz="1050">
              <a:latin typeface="Arial"/>
              <a:cs typeface="Arial"/>
            </a:endParaRPr>
          </a:p>
          <a:p>
            <a:pPr algn="r" marR="10160">
              <a:lnSpc>
                <a:spcPct val="100000"/>
              </a:lnSpc>
              <a:spcBef>
                <a:spcPts val="340"/>
              </a:spcBef>
            </a:pPr>
            <a:r>
              <a:rPr dirty="0" sz="1000" spc="-365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841008" y="5448684"/>
            <a:ext cx="40068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8770" algn="l"/>
              </a:tabLst>
            </a:pPr>
            <a:r>
              <a:rPr dirty="0" sz="1050" b="1">
                <a:solidFill>
                  <a:srgbClr val="A2BDCD"/>
                </a:solidFill>
                <a:latin typeface="Arial"/>
                <a:cs typeface="Arial"/>
              </a:rPr>
              <a:t>1	</a:t>
            </a:r>
            <a:r>
              <a:rPr dirty="0" sz="1050" spc="-50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667184" y="5448684"/>
            <a:ext cx="39751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8285" algn="l"/>
              </a:tabLst>
            </a:pPr>
            <a:r>
              <a:rPr dirty="0" sz="1050" spc="-50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r>
              <a:rPr dirty="0" sz="1050" b="1">
                <a:solidFill>
                  <a:srgbClr val="A2BDCD"/>
                </a:solidFill>
                <a:latin typeface="Arial"/>
                <a:cs typeface="Arial"/>
              </a:rPr>
              <a:t>	</a:t>
            </a:r>
            <a:r>
              <a:rPr dirty="0" sz="1050" spc="-25" b="1">
                <a:solidFill>
                  <a:srgbClr val="A2BDCD"/>
                </a:solidFill>
                <a:latin typeface="Arial"/>
                <a:cs typeface="Arial"/>
              </a:rPr>
              <a:t>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960652" y="5645558"/>
            <a:ext cx="158750" cy="3022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220"/>
              </a:lnSpc>
              <a:spcBef>
                <a:spcPts val="135"/>
              </a:spcBef>
            </a:pPr>
            <a:r>
              <a:rPr dirty="0" sz="1050" spc="-50" b="1">
                <a:solidFill>
                  <a:srgbClr val="A2BDCD"/>
                </a:solidFill>
                <a:latin typeface="Arial"/>
                <a:cs typeface="Arial"/>
              </a:rPr>
              <a:t>t</a:t>
            </a:r>
            <a:endParaRPr sz="1050">
              <a:latin typeface="Arial"/>
              <a:cs typeface="Arial"/>
            </a:endParaRPr>
          </a:p>
          <a:p>
            <a:pPr algn="r" marR="5080">
              <a:lnSpc>
                <a:spcPts val="919"/>
              </a:lnSpc>
            </a:pPr>
            <a:r>
              <a:rPr dirty="0" sz="800" spc="-50" b="1">
                <a:solidFill>
                  <a:srgbClr val="A2BDCD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294175" y="5633746"/>
            <a:ext cx="35877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8135" algn="l"/>
              </a:tabLst>
            </a:pPr>
            <a:r>
              <a:rPr dirty="0" sz="1150" spc="-50">
                <a:solidFill>
                  <a:srgbClr val="A2BDCD"/>
                </a:solidFill>
                <a:latin typeface="Arial"/>
                <a:cs typeface="Arial"/>
              </a:rPr>
              <a:t>I</a:t>
            </a:r>
            <a:r>
              <a:rPr dirty="0" sz="1150">
                <a:solidFill>
                  <a:srgbClr val="A2BDCD"/>
                </a:solidFill>
                <a:latin typeface="Arial"/>
                <a:cs typeface="Arial"/>
              </a:rPr>
              <a:t>	</a:t>
            </a:r>
            <a:r>
              <a:rPr dirty="0" sz="1150" spc="-90">
                <a:solidFill>
                  <a:srgbClr val="A2BDCD"/>
                </a:solidFill>
                <a:latin typeface="Arial"/>
                <a:cs typeface="Arial"/>
              </a:rPr>
              <a:t>''</a:t>
            </a:r>
            <a:endParaRPr sz="11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318487" y="5653433"/>
            <a:ext cx="60960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325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808917" y="5653433"/>
            <a:ext cx="325755" cy="2971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76860">
              <a:lnSpc>
                <a:spcPts val="1115"/>
              </a:lnSpc>
              <a:spcBef>
                <a:spcPts val="120"/>
              </a:spcBef>
            </a:pPr>
            <a:r>
              <a:rPr dirty="0" sz="1000" spc="-325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994"/>
              </a:lnSpc>
            </a:pPr>
            <a:r>
              <a:rPr dirty="0" sz="900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r>
              <a:rPr dirty="0" sz="900" spc="500" b="1">
                <a:solidFill>
                  <a:srgbClr val="A2BDCD"/>
                </a:solidFill>
                <a:latin typeface="Arial"/>
                <a:cs typeface="Arial"/>
              </a:rPr>
              <a:t> </a:t>
            </a:r>
            <a:r>
              <a:rPr dirty="0" sz="700" spc="-50" b="1">
                <a:solidFill>
                  <a:srgbClr val="A2BDCD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665733" y="6803180"/>
            <a:ext cx="480059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100" b="1">
                <a:solidFill>
                  <a:srgbClr val="9796A2"/>
                </a:solidFill>
                <a:latin typeface="Arial"/>
                <a:cs typeface="Arial"/>
              </a:rPr>
              <a:t>O:uur;</a:t>
            </a:r>
            <a:endParaRPr sz="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287826" y="6803180"/>
            <a:ext cx="685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25">
                <a:solidFill>
                  <a:srgbClr val="B4B4B7"/>
                </a:solidFill>
                <a:latin typeface="Times New Roman"/>
                <a:cs typeface="Times New Roman"/>
              </a:rPr>
              <a:t>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128620" y="6830743"/>
            <a:ext cx="573405" cy="102044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655">
                <a:solidFill>
                  <a:srgbClr val="9796A2"/>
                </a:solidFill>
                <a:latin typeface="Arial"/>
                <a:cs typeface="Arial"/>
              </a:rPr>
              <a:t>-</a:t>
            </a:r>
            <a:r>
              <a:rPr dirty="0" sz="4450" spc="600">
                <a:solidFill>
                  <a:srgbClr val="4C457A"/>
                </a:solidFill>
                <a:latin typeface="Arial"/>
                <a:cs typeface="Arial"/>
              </a:rPr>
              <a:t>·</a:t>
            </a:r>
            <a:endParaRPr sz="445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1270"/>
              </a:spcBef>
              <a:tabLst>
                <a:tab pos="379730" algn="l"/>
              </a:tabLst>
            </a:pPr>
            <a:r>
              <a:rPr dirty="0" sz="1000" spc="-25">
                <a:solidFill>
                  <a:srgbClr val="9796A2"/>
                </a:solidFill>
                <a:latin typeface="Arial"/>
                <a:cs typeface="Arial"/>
              </a:rPr>
              <a:t>'-</a:t>
            </a:r>
            <a:r>
              <a:rPr dirty="0" sz="1000">
                <a:solidFill>
                  <a:srgbClr val="9796A2"/>
                </a:solidFill>
                <a:latin typeface="Arial"/>
                <a:cs typeface="Arial"/>
              </a:rPr>
              <a:t>	</a:t>
            </a:r>
            <a:r>
              <a:rPr dirty="0" sz="1000" spc="-50" b="1">
                <a:solidFill>
                  <a:srgbClr val="4C457A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503974" y="7047305"/>
            <a:ext cx="357505" cy="568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 spc="-480">
                <a:solidFill>
                  <a:srgbClr val="EFD063"/>
                </a:solidFill>
                <a:latin typeface="Arial"/>
                <a:cs typeface="Arial"/>
              </a:rPr>
              <a:t>.....</a:t>
            </a:r>
            <a:endParaRPr sz="35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5888810" y="7464679"/>
            <a:ext cx="71501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8465" algn="l"/>
                <a:tab pos="602615" algn="l"/>
              </a:tabLst>
            </a:pPr>
            <a:r>
              <a:rPr dirty="0" u="sng" sz="2550" spc="-475" b="1">
                <a:solidFill>
                  <a:srgbClr val="4C457A"/>
                </a:solidFill>
                <a:uFill>
                  <a:solidFill>
                    <a:srgbClr val="4C457A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none" sz="2550" b="1">
                <a:solidFill>
                  <a:srgbClr val="4C457A"/>
                </a:solidFill>
                <a:latin typeface="Times New Roman"/>
                <a:cs typeface="Times New Roman"/>
              </a:rPr>
              <a:t>	</a:t>
            </a:r>
            <a:r>
              <a:rPr dirty="0" u="sng" sz="2550" spc="-50">
                <a:solidFill>
                  <a:srgbClr val="4C457A"/>
                </a:solidFill>
                <a:uFill>
                  <a:solidFill>
                    <a:srgbClr val="4C457A"/>
                  </a:solidFill>
                </a:uFill>
                <a:latin typeface="Times New Roman"/>
                <a:cs typeface="Times New Roman"/>
              </a:rPr>
              <a:t>'</a:t>
            </a:r>
            <a:r>
              <a:rPr dirty="0" u="sng" sz="2550">
                <a:solidFill>
                  <a:srgbClr val="4C457A"/>
                </a:solidFill>
                <a:uFill>
                  <a:solidFill>
                    <a:srgbClr val="4C457A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550" spc="-60">
                <a:solidFill>
                  <a:srgbClr val="4C457A"/>
                </a:solidFill>
                <a:uFill>
                  <a:solidFill>
                    <a:srgbClr val="4C457A"/>
                  </a:solidFill>
                </a:uFill>
                <a:latin typeface="Times New Roman"/>
                <a:cs typeface="Times New Roman"/>
              </a:rPr>
              <a:t>•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084933" y="7287492"/>
            <a:ext cx="18986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150">
                <a:solidFill>
                  <a:srgbClr val="E2957C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585" y="1039586"/>
            <a:ext cx="1148353" cy="645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5107" y="1039586"/>
            <a:ext cx="4341719" cy="6457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313" y="4693572"/>
            <a:ext cx="0" cy="3307715"/>
          </a:xfrm>
          <a:custGeom>
            <a:avLst/>
            <a:gdLst/>
            <a:ahLst/>
            <a:cxnLst/>
            <a:rect l="l" t="t" r="r" b="b"/>
            <a:pathLst>
              <a:path w="0" h="3307715">
                <a:moveTo>
                  <a:pt x="0" y="3307491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29021" y="963887"/>
            <a:ext cx="233426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32410" indent="-194310">
              <a:lnSpc>
                <a:spcPct val="100000"/>
              </a:lnSpc>
              <a:spcBef>
                <a:spcPts val="115"/>
              </a:spcBef>
              <a:buSzPct val="79775"/>
              <a:buFont typeface="Arial"/>
              <a:buChar char="•"/>
              <a:tabLst>
                <a:tab pos="232410" algn="l"/>
              </a:tabLst>
            </a:pPr>
            <a:r>
              <a:rPr dirty="0" sz="4450" spc="130" b="1">
                <a:solidFill>
                  <a:srgbClr val="D72621"/>
                </a:solidFill>
                <a:latin typeface="Arial"/>
                <a:cs typeface="Arial"/>
              </a:rPr>
              <a:t>et</a:t>
            </a:r>
            <a:r>
              <a:rPr dirty="0" sz="4450" spc="-1400" b="1">
                <a:solidFill>
                  <a:srgbClr val="D72621"/>
                </a:solidFill>
                <a:latin typeface="Arial"/>
                <a:cs typeface="Arial"/>
              </a:rPr>
              <a:t>1</a:t>
            </a:r>
            <a:r>
              <a:rPr dirty="0" baseline="37558" sz="5325" spc="202">
                <a:solidFill>
                  <a:srgbClr val="D72621"/>
                </a:solidFill>
                <a:latin typeface="Arial"/>
                <a:cs typeface="Arial"/>
              </a:rPr>
              <a:t>•</a:t>
            </a:r>
            <a:r>
              <a:rPr dirty="0" baseline="37558" sz="5325" spc="-427">
                <a:solidFill>
                  <a:srgbClr val="D72621"/>
                </a:solidFill>
                <a:latin typeface="Arial"/>
                <a:cs typeface="Arial"/>
              </a:rPr>
              <a:t> </a:t>
            </a:r>
            <a:r>
              <a:rPr dirty="0" sz="4450" spc="350" b="1">
                <a:solidFill>
                  <a:srgbClr val="D72621"/>
                </a:solidFill>
                <a:latin typeface="Arial"/>
                <a:cs typeface="Arial"/>
              </a:rPr>
              <a:t>vos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18447" y="4385562"/>
            <a:ext cx="6337935" cy="3578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100" b="1">
                <a:solidFill>
                  <a:srgbClr val="E65825"/>
                </a:solidFill>
                <a:latin typeface="Arial"/>
                <a:cs typeface="Arial"/>
              </a:rPr>
              <a:t>Objetivos</a:t>
            </a:r>
            <a:r>
              <a:rPr dirty="0" sz="3000" spc="180" b="1">
                <a:solidFill>
                  <a:srgbClr val="E65825"/>
                </a:solidFill>
                <a:latin typeface="Arial"/>
                <a:cs typeface="Arial"/>
              </a:rPr>
              <a:t> </a:t>
            </a:r>
            <a:r>
              <a:rPr dirty="0" sz="3000" spc="45" b="1">
                <a:solidFill>
                  <a:srgbClr val="E65825"/>
                </a:solidFill>
                <a:latin typeface="Arial"/>
                <a:cs typeface="Arial"/>
              </a:rPr>
              <a:t>Específicos</a:t>
            </a:r>
            <a:endParaRPr sz="3000">
              <a:latin typeface="Arial"/>
              <a:cs typeface="Arial"/>
            </a:endParaRPr>
          </a:p>
          <a:p>
            <a:pPr marL="414655" indent="-313055">
              <a:lnSpc>
                <a:spcPct val="100000"/>
              </a:lnSpc>
              <a:spcBef>
                <a:spcPts val="2745"/>
              </a:spcBef>
              <a:buClr>
                <a:srgbClr val="E65825"/>
              </a:buClr>
              <a:buChar char="•"/>
              <a:tabLst>
                <a:tab pos="414655" algn="l"/>
              </a:tabLst>
            </a:pPr>
            <a:r>
              <a:rPr dirty="0" sz="2050" spc="55">
                <a:solidFill>
                  <a:srgbClr val="201F22"/>
                </a:solidFill>
                <a:latin typeface="Arial"/>
                <a:cs typeface="Arial"/>
              </a:rPr>
              <a:t>Analizar</a:t>
            </a:r>
            <a:r>
              <a:rPr dirty="0" sz="2050" spc="6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procesos</a:t>
            </a:r>
            <a:r>
              <a:rPr dirty="0" sz="2050" spc="6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18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negocio</a:t>
            </a:r>
            <a:r>
              <a:rPr dirty="0" sz="2050" spc="-6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01F22"/>
                </a:solidFill>
                <a:latin typeface="Arial"/>
                <a:cs typeface="Arial"/>
              </a:rPr>
              <a:t>actuales.</a:t>
            </a:r>
            <a:endParaRPr sz="2050">
              <a:latin typeface="Arial"/>
              <a:cs typeface="Arial"/>
            </a:endParaRPr>
          </a:p>
          <a:p>
            <a:pPr marL="409575" indent="-307975">
              <a:lnSpc>
                <a:spcPct val="100000"/>
              </a:lnSpc>
              <a:spcBef>
                <a:spcPts val="2255"/>
              </a:spcBef>
              <a:buClr>
                <a:srgbClr val="E65825"/>
              </a:buClr>
              <a:buChar char="•"/>
              <a:tabLst>
                <a:tab pos="409575" algn="l"/>
              </a:tabLst>
            </a:pPr>
            <a:r>
              <a:rPr dirty="0" sz="2050" spc="70">
                <a:solidFill>
                  <a:srgbClr val="201F22"/>
                </a:solidFill>
                <a:latin typeface="Arial"/>
                <a:cs typeface="Arial"/>
              </a:rPr>
              <a:t>Diseñar</a:t>
            </a:r>
            <a:r>
              <a:rPr dirty="0" sz="2050" spc="-10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2"/>
                </a:solidFill>
                <a:latin typeface="Arial"/>
                <a:cs typeface="Arial"/>
              </a:rPr>
              <a:t>arquitectura</a:t>
            </a:r>
            <a:r>
              <a:rPr dirty="0" sz="2050" spc="-5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201F22"/>
                </a:solidFill>
                <a:latin typeface="Arial"/>
                <a:cs typeface="Arial"/>
              </a:rPr>
              <a:t>y</a:t>
            </a:r>
            <a:r>
              <a:rPr dirty="0" sz="2050" spc="-19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2"/>
                </a:solidFill>
                <a:latin typeface="Arial"/>
                <a:cs typeface="Arial"/>
              </a:rPr>
              <a:t>modelo</a:t>
            </a:r>
            <a:r>
              <a:rPr dirty="0" sz="2050" spc="-18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254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201F22"/>
                </a:solidFill>
                <a:latin typeface="Arial"/>
                <a:cs typeface="Arial"/>
              </a:rPr>
              <a:t>datos.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E65825"/>
              </a:buClr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marL="409575" indent="-315595">
              <a:lnSpc>
                <a:spcPct val="100000"/>
              </a:lnSpc>
              <a:buClr>
                <a:srgbClr val="E65825"/>
              </a:buClr>
              <a:buChar char="•"/>
              <a:tabLst>
                <a:tab pos="409575" algn="l"/>
              </a:tabLst>
            </a:pPr>
            <a:r>
              <a:rPr dirty="0" sz="2050" spc="80">
                <a:solidFill>
                  <a:srgbClr val="201F22"/>
                </a:solidFill>
                <a:latin typeface="Arial"/>
                <a:cs typeface="Arial"/>
              </a:rPr>
              <a:t>Desarrollar</a:t>
            </a:r>
            <a:r>
              <a:rPr dirty="0" sz="2050" spc="-1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201F22"/>
                </a:solidFill>
                <a:latin typeface="Arial"/>
                <a:cs typeface="Arial"/>
              </a:rPr>
              <a:t>módulos</a:t>
            </a:r>
            <a:r>
              <a:rPr dirty="0" sz="2050" spc="-11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2"/>
                </a:solidFill>
                <a:latin typeface="Arial"/>
                <a:cs typeface="Arial"/>
              </a:rPr>
              <a:t>en</a:t>
            </a:r>
            <a:r>
              <a:rPr dirty="0" sz="2050" spc="-20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95">
                <a:solidFill>
                  <a:srgbClr val="201F22"/>
                </a:solidFill>
                <a:latin typeface="Arial"/>
                <a:cs typeface="Arial"/>
              </a:rPr>
              <a:t>Python/Django.</a:t>
            </a:r>
            <a:endParaRPr sz="2050">
              <a:latin typeface="Arial"/>
              <a:cs typeface="Arial"/>
            </a:endParaRPr>
          </a:p>
          <a:p>
            <a:pPr marL="409575" indent="-307975">
              <a:lnSpc>
                <a:spcPct val="100000"/>
              </a:lnSpc>
              <a:spcBef>
                <a:spcPts val="2315"/>
              </a:spcBef>
              <a:buClr>
                <a:srgbClr val="E65825"/>
              </a:buClr>
              <a:buChar char="•"/>
              <a:tabLst>
                <a:tab pos="409575" algn="l"/>
              </a:tabLst>
            </a:pPr>
            <a:r>
              <a:rPr dirty="0" sz="2050" spc="80">
                <a:solidFill>
                  <a:srgbClr val="201F22"/>
                </a:solidFill>
                <a:latin typeface="Arial"/>
                <a:cs typeface="Arial"/>
              </a:rPr>
              <a:t>1mplementarfuncionalidades</a:t>
            </a:r>
            <a:r>
              <a:rPr dirty="0" sz="2050" spc="-30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25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135">
                <a:solidFill>
                  <a:srgbClr val="201F22"/>
                </a:solidFill>
                <a:latin typeface="Arial"/>
                <a:cs typeface="Arial"/>
              </a:rPr>
              <a:t>flujo</a:t>
            </a:r>
            <a:r>
              <a:rPr dirty="0" sz="2050" spc="-204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26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01F22"/>
                </a:solidFill>
                <a:latin typeface="Arial"/>
                <a:cs typeface="Arial"/>
              </a:rPr>
              <a:t>trabajo.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E65825"/>
              </a:buClr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marL="409575" indent="-315595">
              <a:lnSpc>
                <a:spcPct val="100000"/>
              </a:lnSpc>
              <a:buClr>
                <a:srgbClr val="E65825"/>
              </a:buClr>
              <a:buChar char="•"/>
              <a:tabLst>
                <a:tab pos="409575" algn="l"/>
              </a:tabLst>
            </a:pPr>
            <a:r>
              <a:rPr dirty="0" sz="2050" spc="55">
                <a:solidFill>
                  <a:srgbClr val="201F22"/>
                </a:solidFill>
                <a:latin typeface="Arial"/>
                <a:cs typeface="Arial"/>
              </a:rPr>
              <a:t>Ejecutar</a:t>
            </a:r>
            <a:r>
              <a:rPr dirty="0" sz="2050" spc="-8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pruebas</a:t>
            </a:r>
            <a:r>
              <a:rPr dirty="0" sz="2050" spc="-1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201F22"/>
                </a:solidFill>
                <a:latin typeface="Arial"/>
                <a:cs typeface="Arial"/>
              </a:rPr>
              <a:t>integrales</a:t>
            </a:r>
            <a:r>
              <a:rPr dirty="0" sz="2050" spc="-6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01F22"/>
                </a:solidFill>
                <a:latin typeface="Arial"/>
                <a:cs typeface="Arial"/>
              </a:rPr>
              <a:t>y</a:t>
            </a:r>
            <a:r>
              <a:rPr dirty="0" sz="2050" spc="-10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01F22"/>
                </a:solidFill>
                <a:latin typeface="Arial"/>
                <a:cs typeface="Arial"/>
              </a:rPr>
              <a:t>despliegue.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2021" y="5094310"/>
            <a:ext cx="3827779" cy="502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100" spc="155">
                <a:solidFill>
                  <a:srgbClr val="D72621"/>
                </a:solidFill>
                <a:latin typeface="Arial"/>
                <a:cs typeface="Arial"/>
              </a:rPr>
              <a:t>@</a:t>
            </a:r>
            <a:r>
              <a:rPr dirty="0" sz="3100" spc="-190">
                <a:solidFill>
                  <a:srgbClr val="D72621"/>
                </a:solidFill>
                <a:latin typeface="Arial"/>
                <a:cs typeface="Arial"/>
              </a:rPr>
              <a:t> </a:t>
            </a:r>
            <a:r>
              <a:rPr dirty="0" sz="3000" spc="130" b="1">
                <a:solidFill>
                  <a:srgbClr val="D72621"/>
                </a:solidFill>
                <a:latin typeface="Arial"/>
                <a:cs typeface="Arial"/>
              </a:rPr>
              <a:t>Objetivo</a:t>
            </a:r>
            <a:r>
              <a:rPr dirty="0" sz="3000" spc="70" b="1">
                <a:solidFill>
                  <a:srgbClr val="D72621"/>
                </a:solidFill>
                <a:latin typeface="Arial"/>
                <a:cs typeface="Arial"/>
              </a:rPr>
              <a:t> </a:t>
            </a:r>
            <a:r>
              <a:rPr dirty="0" sz="3000" spc="95" b="1">
                <a:solidFill>
                  <a:srgbClr val="D72621"/>
                </a:solidFill>
                <a:latin typeface="Arial"/>
                <a:cs typeface="Arial"/>
              </a:rPr>
              <a:t>General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7477" y="5795971"/>
            <a:ext cx="7452359" cy="1395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46200"/>
              </a:lnSpc>
              <a:spcBef>
                <a:spcPts val="100"/>
              </a:spcBef>
            </a:pPr>
            <a:r>
              <a:rPr dirty="0" sz="2050" spc="80">
                <a:solidFill>
                  <a:srgbClr val="201F22"/>
                </a:solidFill>
                <a:latin typeface="Arial"/>
                <a:cs typeface="Arial"/>
              </a:rPr>
              <a:t>Desarrollar</a:t>
            </a:r>
            <a:r>
              <a:rPr dirty="0" sz="2050" spc="-1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01F22"/>
                </a:solidFill>
                <a:latin typeface="Arial"/>
                <a:cs typeface="Arial"/>
              </a:rPr>
              <a:t>e</a:t>
            </a:r>
            <a:r>
              <a:rPr dirty="0" sz="2050" spc="-28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201F22"/>
                </a:solidFill>
                <a:latin typeface="Arial"/>
                <a:cs typeface="Arial"/>
              </a:rPr>
              <a:t>implementar</a:t>
            </a:r>
            <a:r>
              <a:rPr dirty="0" sz="2050" spc="-10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95">
                <a:solidFill>
                  <a:srgbClr val="201F22"/>
                </a:solidFill>
                <a:latin typeface="Arial"/>
                <a:cs typeface="Arial"/>
              </a:rPr>
              <a:t>un</a:t>
            </a:r>
            <a:r>
              <a:rPr dirty="0" sz="2050" spc="-14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201F22"/>
                </a:solidFill>
                <a:latin typeface="Arial"/>
                <a:cs typeface="Arial"/>
              </a:rPr>
              <a:t>sistema</a:t>
            </a:r>
            <a:r>
              <a:rPr dirty="0" sz="2050" spc="-9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25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201F22"/>
                </a:solidFill>
                <a:latin typeface="Arial"/>
                <a:cs typeface="Arial"/>
              </a:rPr>
              <a:t>información</a:t>
            </a:r>
            <a:r>
              <a:rPr dirty="0" sz="2050" spc="-13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01F22"/>
                </a:solidFill>
                <a:latin typeface="Arial"/>
                <a:cs typeface="Arial"/>
              </a:rPr>
              <a:t>web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para</a:t>
            </a:r>
            <a:r>
              <a:rPr dirty="0" sz="2050" spc="-8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la</a:t>
            </a:r>
            <a:r>
              <a:rPr dirty="0" sz="2050" spc="-13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01F22"/>
                </a:solidFill>
                <a:latin typeface="Arial"/>
                <a:cs typeface="Arial"/>
              </a:rPr>
              <a:t>gestión</a:t>
            </a:r>
            <a:r>
              <a:rPr dirty="0" sz="2050" spc="-14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201F22"/>
                </a:solidFill>
                <a:latin typeface="Arial"/>
                <a:cs typeface="Arial"/>
              </a:rPr>
              <a:t>integral</a:t>
            </a:r>
            <a:r>
              <a:rPr dirty="0" sz="2050" spc="1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28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órdenes</a:t>
            </a:r>
            <a:r>
              <a:rPr dirty="0" sz="2050" spc="1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2"/>
                </a:solidFill>
                <a:latin typeface="Arial"/>
                <a:cs typeface="Arial"/>
              </a:rPr>
              <a:t>de</a:t>
            </a:r>
            <a:r>
              <a:rPr dirty="0" sz="2050" spc="-31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2"/>
                </a:solidFill>
                <a:latin typeface="Arial"/>
                <a:cs typeface="Arial"/>
              </a:rPr>
              <a:t>trabajo,</a:t>
            </a:r>
            <a:r>
              <a:rPr dirty="0" sz="2050" spc="-185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201F22"/>
                </a:solidFill>
                <a:latin typeface="Arial"/>
                <a:cs typeface="Arial"/>
              </a:rPr>
              <a:t>automatizando </a:t>
            </a:r>
            <a:r>
              <a:rPr dirty="0" sz="2050">
                <a:solidFill>
                  <a:srgbClr val="201F22"/>
                </a:solidFill>
                <a:latin typeface="Arial"/>
                <a:cs typeface="Arial"/>
              </a:rPr>
              <a:t>procesos</a:t>
            </a:r>
            <a:r>
              <a:rPr dirty="0" sz="2050" spc="100">
                <a:solidFill>
                  <a:srgbClr val="201F22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01F22"/>
                </a:solidFill>
                <a:latin typeface="Arial"/>
                <a:cs typeface="Arial"/>
              </a:rPr>
              <a:t>operativos.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855" y="1039586"/>
            <a:ext cx="660696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5989" y="1181335"/>
            <a:ext cx="393271" cy="50399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555408" y="2370452"/>
            <a:ext cx="8620760" cy="0"/>
          </a:xfrm>
          <a:custGeom>
            <a:avLst/>
            <a:gdLst/>
            <a:ahLst/>
            <a:cxnLst/>
            <a:rect l="l" t="t" r="r" b="b"/>
            <a:pathLst>
              <a:path w="8620760" h="0">
                <a:moveTo>
                  <a:pt x="0" y="0"/>
                </a:moveTo>
                <a:lnTo>
                  <a:pt x="8620512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9582" y="2370452"/>
            <a:ext cx="8620760" cy="0"/>
          </a:xfrm>
          <a:custGeom>
            <a:avLst/>
            <a:gdLst/>
            <a:ahLst/>
            <a:cxnLst/>
            <a:rect l="l" t="t" r="r" b="b"/>
            <a:pathLst>
              <a:path w="8620760" h="0">
                <a:moveTo>
                  <a:pt x="0" y="0"/>
                </a:moveTo>
                <a:lnTo>
                  <a:pt x="862051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39989" y="963887"/>
            <a:ext cx="209677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715">
                <a:solidFill>
                  <a:srgbClr val="D82720"/>
                </a:solidFill>
              </a:rPr>
              <a:t>canee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98917" y="963887"/>
            <a:ext cx="442087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595" b="1">
                <a:solidFill>
                  <a:srgbClr val="D82720"/>
                </a:solidFill>
                <a:latin typeface="Arial"/>
                <a:cs typeface="Arial"/>
              </a:rPr>
              <a:t>Limitaciones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1432" y="2727883"/>
            <a:ext cx="2092325" cy="6305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950" spc="245" b="1">
                <a:solidFill>
                  <a:srgbClr val="10B67F"/>
                </a:solidFill>
                <a:latin typeface="Arial"/>
                <a:cs typeface="Arial"/>
              </a:rPr>
              <a:t>O</a:t>
            </a:r>
            <a:r>
              <a:rPr dirty="0" sz="3950" spc="-480" b="1">
                <a:solidFill>
                  <a:srgbClr val="10B67F"/>
                </a:solidFill>
                <a:latin typeface="Arial"/>
                <a:cs typeface="Arial"/>
              </a:rPr>
              <a:t> </a:t>
            </a:r>
            <a:r>
              <a:rPr dirty="0" sz="3000" spc="95" b="1">
                <a:solidFill>
                  <a:srgbClr val="10B67F"/>
                </a:solidFill>
                <a:latin typeface="Arial"/>
                <a:cs typeface="Arial"/>
              </a:rPr>
              <a:t>Alcance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0390" y="2826318"/>
            <a:ext cx="6233795" cy="2987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22605" indent="-520700">
              <a:lnSpc>
                <a:spcPct val="100000"/>
              </a:lnSpc>
              <a:spcBef>
                <a:spcPts val="130"/>
              </a:spcBef>
              <a:buAutoNum type="alphaUcParenBoth" startAt="19"/>
              <a:tabLst>
                <a:tab pos="522605" algn="l"/>
              </a:tabLst>
            </a:pPr>
            <a:r>
              <a:rPr dirty="0" sz="3000" spc="105" b="1">
                <a:solidFill>
                  <a:srgbClr val="E74346"/>
                </a:solidFill>
                <a:latin typeface="Arial"/>
                <a:cs typeface="Arial"/>
              </a:rPr>
              <a:t>Limitaciones</a:t>
            </a:r>
            <a:endParaRPr sz="3000">
              <a:latin typeface="Arial"/>
              <a:cs typeface="Arial"/>
            </a:endParaRPr>
          </a:p>
          <a:p>
            <a:pPr lvl="1" marL="428625" indent="-314960">
              <a:lnSpc>
                <a:spcPct val="100000"/>
              </a:lnSpc>
              <a:spcBef>
                <a:spcPts val="2725"/>
              </a:spcBef>
              <a:buClr>
                <a:srgbClr val="E85625"/>
              </a:buClr>
              <a:buChar char="•"/>
              <a:tabLst>
                <a:tab pos="428625" algn="l"/>
              </a:tabLst>
            </a:pP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Facturación</a:t>
            </a:r>
            <a:r>
              <a:rPr dirty="0" sz="2050" spc="-7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Electrónica</a:t>
            </a:r>
            <a:r>
              <a:rPr dirty="0" sz="2050" spc="-6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F1F23"/>
                </a:solidFill>
                <a:latin typeface="Arial"/>
                <a:cs typeface="Arial"/>
              </a:rPr>
              <a:t>e</a:t>
            </a:r>
            <a:r>
              <a:rPr dirty="0" sz="2050" spc="-26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1F1F23"/>
                </a:solidFill>
                <a:latin typeface="Arial"/>
                <a:cs typeface="Arial"/>
              </a:rPr>
              <a:t>Integración</a:t>
            </a:r>
            <a:r>
              <a:rPr dirty="0" sz="2050" spc="-19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Contable.</a:t>
            </a:r>
            <a:endParaRPr sz="2050">
              <a:latin typeface="Arial"/>
              <a:cs typeface="Arial"/>
            </a:endParaRPr>
          </a:p>
          <a:p>
            <a:pPr lvl="1" marL="437515" indent="-323850">
              <a:lnSpc>
                <a:spcPct val="100000"/>
              </a:lnSpc>
              <a:spcBef>
                <a:spcPts val="2315"/>
              </a:spcBef>
              <a:buClr>
                <a:srgbClr val="E85625"/>
              </a:buClr>
              <a:buChar char="•"/>
              <a:tabLst>
                <a:tab pos="437515" algn="l"/>
              </a:tabLst>
            </a:pPr>
            <a:r>
              <a:rPr dirty="0" sz="2050" spc="85">
                <a:solidFill>
                  <a:srgbClr val="1F1F23"/>
                </a:solidFill>
                <a:latin typeface="Arial"/>
                <a:cs typeface="Arial"/>
              </a:rPr>
              <a:t>Portal</a:t>
            </a:r>
            <a:r>
              <a:rPr dirty="0" sz="2050" spc="-4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1F1F23"/>
                </a:solidFill>
                <a:latin typeface="Arial"/>
                <a:cs typeface="Arial"/>
              </a:rPr>
              <a:t>externo</a:t>
            </a:r>
            <a:r>
              <a:rPr dirty="0" sz="2050" spc="-15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para</a:t>
            </a:r>
            <a:r>
              <a:rPr dirty="0" sz="2050" spc="-15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1F1F23"/>
                </a:solidFill>
                <a:latin typeface="Arial"/>
                <a:cs typeface="Arial"/>
              </a:rPr>
              <a:t>Clientes</a:t>
            </a:r>
            <a:r>
              <a:rPr dirty="0" sz="2050" spc="-3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-50">
                <a:solidFill>
                  <a:srgbClr val="1F1F23"/>
                </a:solidFill>
                <a:latin typeface="Arial"/>
                <a:cs typeface="Arial"/>
              </a:rPr>
              <a:t>(Fase</a:t>
            </a:r>
            <a:r>
              <a:rPr dirty="0" sz="2050" spc="-14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F1F23"/>
                </a:solidFill>
                <a:latin typeface="Arial"/>
                <a:cs typeface="Arial"/>
              </a:rPr>
              <a:t>2).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E85625"/>
              </a:buClr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lvl="1" marL="434340" indent="-313055">
              <a:lnSpc>
                <a:spcPct val="100000"/>
              </a:lnSpc>
              <a:spcBef>
                <a:spcPts val="5"/>
              </a:spcBef>
              <a:buClr>
                <a:srgbClr val="E85625"/>
              </a:buClr>
              <a:buChar char="•"/>
              <a:tabLst>
                <a:tab pos="434340" algn="l"/>
              </a:tabLst>
            </a:pPr>
            <a:r>
              <a:rPr dirty="0" sz="2050" spc="70">
                <a:solidFill>
                  <a:srgbClr val="1F1F23"/>
                </a:solidFill>
                <a:latin typeface="Arial"/>
                <a:cs typeface="Arial"/>
              </a:rPr>
              <a:t>Aplicación</a:t>
            </a:r>
            <a:r>
              <a:rPr dirty="0" sz="2050" spc="-12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155">
                <a:solidFill>
                  <a:srgbClr val="1F1F23"/>
                </a:solidFill>
                <a:latin typeface="Arial"/>
                <a:cs typeface="Arial"/>
              </a:rPr>
              <a:t>Móvil</a:t>
            </a:r>
            <a:r>
              <a:rPr dirty="0" sz="2050" spc="-114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110">
                <a:solidFill>
                  <a:srgbClr val="1F1F23"/>
                </a:solidFill>
                <a:latin typeface="Arial"/>
                <a:cs typeface="Arial"/>
              </a:rPr>
              <a:t>Nativa</a:t>
            </a:r>
            <a:r>
              <a:rPr dirty="0" sz="2050" spc="-13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-50">
                <a:solidFill>
                  <a:srgbClr val="1F1F23"/>
                </a:solidFill>
                <a:latin typeface="Arial"/>
                <a:cs typeface="Arial"/>
              </a:rPr>
              <a:t>(Fase</a:t>
            </a:r>
            <a:r>
              <a:rPr dirty="0" sz="2050" spc="-17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F1F23"/>
                </a:solidFill>
                <a:latin typeface="Arial"/>
                <a:cs typeface="Arial"/>
              </a:rPr>
              <a:t>2).</a:t>
            </a:r>
            <a:endParaRPr sz="2050">
              <a:latin typeface="Arial"/>
              <a:cs typeface="Arial"/>
            </a:endParaRPr>
          </a:p>
          <a:p>
            <a:pPr lvl="1" marL="433705" indent="-320040">
              <a:lnSpc>
                <a:spcPct val="100000"/>
              </a:lnSpc>
              <a:spcBef>
                <a:spcPts val="2315"/>
              </a:spcBef>
              <a:buClr>
                <a:srgbClr val="E85625"/>
              </a:buClr>
              <a:buChar char="•"/>
              <a:tabLst>
                <a:tab pos="433705" algn="l"/>
              </a:tabLst>
            </a:pPr>
            <a:r>
              <a:rPr dirty="0" sz="2050" spc="75">
                <a:solidFill>
                  <a:srgbClr val="1F1F23"/>
                </a:solidFill>
                <a:latin typeface="Arial"/>
                <a:cs typeface="Arial"/>
              </a:rPr>
              <a:t>Integración</a:t>
            </a:r>
            <a:r>
              <a:rPr dirty="0" sz="2050" spc="-7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165">
                <a:solidFill>
                  <a:srgbClr val="1F1F23"/>
                </a:solidFill>
                <a:latin typeface="Arial"/>
                <a:cs typeface="Arial"/>
              </a:rPr>
              <a:t>loTentiempo</a:t>
            </a:r>
            <a:r>
              <a:rPr dirty="0" sz="2050" spc="-114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1F1F23"/>
                </a:solidFill>
                <a:latin typeface="Arial"/>
                <a:cs typeface="Arial"/>
              </a:rPr>
              <a:t>real.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5841" y="3649252"/>
            <a:ext cx="5941060" cy="2164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7025" indent="-306705">
              <a:lnSpc>
                <a:spcPct val="100000"/>
              </a:lnSpc>
              <a:spcBef>
                <a:spcPts val="95"/>
              </a:spcBef>
              <a:buClr>
                <a:srgbClr val="E85625"/>
              </a:buClr>
              <a:buChar char="•"/>
              <a:tabLst>
                <a:tab pos="327025" algn="l"/>
              </a:tabLst>
            </a:pPr>
            <a:r>
              <a:rPr dirty="0" sz="2050" spc="75">
                <a:solidFill>
                  <a:srgbClr val="1F1F23"/>
                </a:solidFill>
                <a:latin typeface="Arial"/>
                <a:cs typeface="Arial"/>
              </a:rPr>
              <a:t>Gestión</a:t>
            </a:r>
            <a:r>
              <a:rPr dirty="0" sz="2050" spc="-5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de</a:t>
            </a:r>
            <a:r>
              <a:rPr dirty="0" sz="2050" spc="-22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Usuarios,</a:t>
            </a:r>
            <a:r>
              <a:rPr dirty="0" sz="2050" spc="1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Roles</a:t>
            </a:r>
            <a:r>
              <a:rPr dirty="0" sz="2050" spc="-3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y</a:t>
            </a:r>
            <a:r>
              <a:rPr dirty="0" sz="2050" spc="3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1F1F23"/>
                </a:solidFill>
                <a:latin typeface="Arial"/>
                <a:cs typeface="Arial"/>
              </a:rPr>
              <a:t>Autenticación.</a:t>
            </a:r>
            <a:endParaRPr sz="2050">
              <a:latin typeface="Arial"/>
              <a:cs typeface="Arial"/>
            </a:endParaRPr>
          </a:p>
          <a:p>
            <a:pPr algn="ctr" marL="1273175">
              <a:lnSpc>
                <a:spcPts val="1200"/>
              </a:lnSpc>
              <a:spcBef>
                <a:spcPts val="1290"/>
              </a:spcBef>
            </a:pPr>
            <a:r>
              <a:rPr dirty="0" sz="1150" spc="-25">
                <a:solidFill>
                  <a:srgbClr val="444246"/>
                </a:solidFill>
                <a:latin typeface="Arial"/>
                <a:cs typeface="Arial"/>
              </a:rPr>
              <a:t>,.</a:t>
            </a:r>
            <a:endParaRPr sz="1150">
              <a:latin typeface="Arial"/>
              <a:cs typeface="Arial"/>
            </a:endParaRPr>
          </a:p>
          <a:p>
            <a:pPr marL="327660" indent="-307340">
              <a:lnSpc>
                <a:spcPts val="2280"/>
              </a:lnSpc>
              <a:buClr>
                <a:srgbClr val="E85625"/>
              </a:buClr>
              <a:buChar char="•"/>
              <a:tabLst>
                <a:tab pos="327660" algn="l"/>
              </a:tabLst>
            </a:pPr>
            <a:r>
              <a:rPr dirty="0" sz="2050" spc="85">
                <a:solidFill>
                  <a:srgbClr val="1F1F23"/>
                </a:solidFill>
                <a:latin typeface="Arial"/>
                <a:cs typeface="Arial"/>
              </a:rPr>
              <a:t>Ciclo</a:t>
            </a:r>
            <a:r>
              <a:rPr dirty="0" sz="2050" spc="-15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de</a:t>
            </a:r>
            <a:r>
              <a:rPr dirty="0" sz="2050" spc="-22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1F1F23"/>
                </a:solidFill>
                <a:latin typeface="Arial"/>
                <a:cs typeface="Arial"/>
              </a:rPr>
              <a:t>vida</a:t>
            </a:r>
            <a:r>
              <a:rPr dirty="0" sz="2050" spc="-13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F1F23"/>
                </a:solidFill>
                <a:latin typeface="Arial"/>
                <a:cs typeface="Arial"/>
              </a:rPr>
              <a:t>completo</a:t>
            </a:r>
            <a:r>
              <a:rPr dirty="0" sz="2050" spc="-7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F1F23"/>
                </a:solidFill>
                <a:latin typeface="Arial"/>
                <a:cs typeface="Arial"/>
              </a:rPr>
              <a:t>de</a:t>
            </a:r>
            <a:r>
              <a:rPr dirty="0" sz="2050" spc="-32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Ordenes</a:t>
            </a:r>
            <a:r>
              <a:rPr dirty="0" sz="2050" spc="-2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F1F23"/>
                </a:solidFill>
                <a:latin typeface="Arial"/>
                <a:cs typeface="Arial"/>
              </a:rPr>
              <a:t>de</a:t>
            </a:r>
            <a:r>
              <a:rPr dirty="0" sz="2050" spc="-33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F1F23"/>
                </a:solidFill>
                <a:latin typeface="Arial"/>
                <a:cs typeface="Arial"/>
              </a:rPr>
              <a:t>Trabajo.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E85625"/>
              </a:buClr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marL="336550" indent="-323850">
              <a:lnSpc>
                <a:spcPct val="100000"/>
              </a:lnSpc>
              <a:spcBef>
                <a:spcPts val="5"/>
              </a:spcBef>
              <a:buClr>
                <a:srgbClr val="E85625"/>
              </a:buClr>
              <a:buChar char="•"/>
              <a:tabLst>
                <a:tab pos="336550" algn="l"/>
              </a:tabLst>
            </a:pP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Panel</a:t>
            </a:r>
            <a:r>
              <a:rPr dirty="0" sz="2050" spc="-2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para</a:t>
            </a:r>
            <a:r>
              <a:rPr dirty="0" sz="2050" spc="-16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F1F23"/>
                </a:solidFill>
                <a:latin typeface="Arial"/>
                <a:cs typeface="Arial"/>
              </a:rPr>
              <a:t>Técnicos</a:t>
            </a:r>
            <a:r>
              <a:rPr dirty="0" sz="2050" spc="-2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y</a:t>
            </a:r>
            <a:r>
              <a:rPr dirty="0" sz="2050" spc="-25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1F1F23"/>
                </a:solidFill>
                <a:latin typeface="Arial"/>
                <a:cs typeface="Arial"/>
              </a:rPr>
              <a:t>Administrativos.</a:t>
            </a:r>
            <a:endParaRPr sz="2050">
              <a:latin typeface="Arial"/>
              <a:cs typeface="Arial"/>
            </a:endParaRPr>
          </a:p>
          <a:p>
            <a:pPr marL="327025" indent="-314325">
              <a:lnSpc>
                <a:spcPct val="100000"/>
              </a:lnSpc>
              <a:spcBef>
                <a:spcPts val="2250"/>
              </a:spcBef>
              <a:buClr>
                <a:srgbClr val="E85625"/>
              </a:buClr>
              <a:buChar char="•"/>
              <a:tabLst>
                <a:tab pos="327025" algn="l"/>
              </a:tabLst>
            </a:pPr>
            <a:r>
              <a:rPr dirty="0" sz="2050">
                <a:solidFill>
                  <a:srgbClr val="1F1F23"/>
                </a:solidFill>
                <a:latin typeface="Arial"/>
                <a:cs typeface="Arial"/>
              </a:rPr>
              <a:t>Generación</a:t>
            </a:r>
            <a:r>
              <a:rPr dirty="0" sz="2050" spc="4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de</a:t>
            </a:r>
            <a:r>
              <a:rPr dirty="0" sz="2050" spc="-11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F23"/>
                </a:solidFill>
                <a:latin typeface="Arial"/>
                <a:cs typeface="Arial"/>
              </a:rPr>
              <a:t>Reportes</a:t>
            </a:r>
            <a:r>
              <a:rPr dirty="0" sz="2050" spc="10">
                <a:solidFill>
                  <a:srgbClr val="1F1F23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1F1F23"/>
                </a:solidFill>
                <a:latin typeface="Arial"/>
                <a:cs typeface="Arial"/>
              </a:rPr>
              <a:t>yTrazabilidad.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71085"/>
            <a:ext cx="534849" cy="472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0443" y="1039586"/>
            <a:ext cx="1950627" cy="645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994" y="1023832"/>
            <a:ext cx="550580" cy="535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0537" y="1039586"/>
            <a:ext cx="393271" cy="519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85664" y="1008087"/>
            <a:ext cx="1447239" cy="677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76850" y="4236825"/>
            <a:ext cx="3177635" cy="318149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83178" y="882081"/>
            <a:ext cx="0" cy="827405"/>
          </a:xfrm>
          <a:custGeom>
            <a:avLst/>
            <a:gdLst/>
            <a:ahLst/>
            <a:cxnLst/>
            <a:rect l="l" t="t" r="r" b="b"/>
            <a:pathLst>
              <a:path w="0" h="827405">
                <a:moveTo>
                  <a:pt x="0" y="826872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15"/>
              </a:spcBef>
            </a:pPr>
            <a:r>
              <a:rPr dirty="0" spc="145">
                <a:solidFill>
                  <a:srgbClr val="D72721"/>
                </a:solidFill>
              </a:rPr>
              <a:t>eto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55910" y="963887"/>
            <a:ext cx="166433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840" b="1">
                <a:solidFill>
                  <a:srgbClr val="D72721"/>
                </a:solidFill>
                <a:latin typeface="Arial"/>
                <a:cs typeface="Arial"/>
              </a:rPr>
              <a:t>eTra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980" y="4441572"/>
            <a:ext cx="370205" cy="0"/>
          </a:xfrm>
          <a:custGeom>
            <a:avLst/>
            <a:gdLst/>
            <a:ahLst/>
            <a:cxnLst/>
            <a:rect l="l" t="t" r="r" b="b"/>
            <a:pathLst>
              <a:path w="370205" h="0">
                <a:moveTo>
                  <a:pt x="0" y="0"/>
                </a:moveTo>
                <a:lnTo>
                  <a:pt x="369675" y="0"/>
                </a:lnTo>
              </a:path>
            </a:pathLst>
          </a:custGeom>
          <a:ln w="7874">
            <a:solidFill>
              <a:srgbClr val="F2C1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71181" y="4062688"/>
            <a:ext cx="14605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35" b="1">
                <a:solidFill>
                  <a:srgbClr val="D72721"/>
                </a:solidFill>
                <a:latin typeface="Arial"/>
                <a:cs typeface="Arial"/>
              </a:rPr>
              <a:t>SCRUM</a:t>
            </a:r>
            <a:endParaRPr sz="28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79538" y="4536072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 h="0">
                <a:moveTo>
                  <a:pt x="0" y="0"/>
                </a:moveTo>
                <a:lnTo>
                  <a:pt x="70788" y="0"/>
                </a:lnTo>
              </a:path>
            </a:pathLst>
          </a:custGeom>
          <a:ln w="7874">
            <a:solidFill>
              <a:srgbClr val="F2C1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73881" y="3999688"/>
            <a:ext cx="47498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350" spc="-155" i="1">
                <a:solidFill>
                  <a:srgbClr val="F2C11E"/>
                </a:solidFill>
                <a:latin typeface="Arial"/>
                <a:cs typeface="Arial"/>
              </a:rPr>
              <a:t>!:</a:t>
            </a:r>
            <a:r>
              <a:rPr dirty="0" baseline="-20325" sz="3075" spc="-232">
                <a:solidFill>
                  <a:srgbClr val="F2C11E"/>
                </a:solidFill>
                <a:latin typeface="Arial"/>
                <a:cs typeface="Arial"/>
              </a:rPr>
              <a:t>•</a:t>
            </a:r>
            <a:r>
              <a:rPr dirty="0" sz="3350" spc="-155" i="1">
                <a:solidFill>
                  <a:srgbClr val="F2C11E"/>
                </a:solidFill>
                <a:latin typeface="Arial"/>
                <a:cs typeface="Arial"/>
              </a:rPr>
              <a:t>';</a:t>
            </a:r>
            <a:endParaRPr sz="3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6378" y="4714296"/>
            <a:ext cx="8496935" cy="142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4604" marR="5080" indent="-2540">
              <a:lnSpc>
                <a:spcPct val="144100"/>
              </a:lnSpc>
              <a:spcBef>
                <a:spcPts val="130"/>
              </a:spcBef>
            </a:pP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Elegido</a:t>
            </a:r>
            <a:r>
              <a:rPr dirty="0" sz="2050" spc="-6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por</a:t>
            </a:r>
            <a:r>
              <a:rPr dirty="0" sz="2050" spc="17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la</a:t>
            </a:r>
            <a:r>
              <a:rPr dirty="0" sz="2050" spc="-5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necesidad</a:t>
            </a:r>
            <a:r>
              <a:rPr dirty="0" sz="2050" spc="-4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E21"/>
                </a:solidFill>
                <a:latin typeface="Arial"/>
                <a:cs typeface="Arial"/>
              </a:rPr>
              <a:t>de</a:t>
            </a:r>
            <a:r>
              <a:rPr dirty="0" sz="2050" spc="-22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spc="-125" b="1">
                <a:solidFill>
                  <a:srgbClr val="1F1E21"/>
                </a:solidFill>
                <a:latin typeface="Arial"/>
                <a:cs typeface="Arial"/>
              </a:rPr>
              <a:t>comunicación</a:t>
            </a:r>
            <a:r>
              <a:rPr dirty="0" sz="2200" spc="35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spc="-95" b="1">
                <a:solidFill>
                  <a:srgbClr val="1F1E21"/>
                </a:solidFill>
                <a:latin typeface="Arial"/>
                <a:cs typeface="Arial"/>
              </a:rPr>
              <a:t>constante</a:t>
            </a:r>
            <a:r>
              <a:rPr dirty="0" sz="2200" spc="25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1F1E21"/>
                </a:solidFill>
                <a:latin typeface="Arial"/>
                <a:cs typeface="Arial"/>
              </a:rPr>
              <a:t>con</a:t>
            </a:r>
            <a:r>
              <a:rPr dirty="0" sz="2050" spc="-18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el</a:t>
            </a:r>
            <a:r>
              <a:rPr dirty="0" sz="2050" spc="-7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1F1E21"/>
                </a:solidFill>
                <a:latin typeface="Arial"/>
                <a:cs typeface="Arial"/>
              </a:rPr>
              <a:t>cliente</a:t>
            </a:r>
            <a:r>
              <a:rPr dirty="0" sz="2050" spc="-13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100" spc="114">
                <a:solidFill>
                  <a:srgbClr val="1F1E21"/>
                </a:solidFill>
                <a:latin typeface="Arial"/>
                <a:cs typeface="Arial"/>
              </a:rPr>
              <a:t>y</a:t>
            </a:r>
            <a:r>
              <a:rPr dirty="0" sz="2100" spc="-17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F1E21"/>
                </a:solidFill>
                <a:latin typeface="Arial"/>
                <a:cs typeface="Arial"/>
              </a:rPr>
              <a:t>la </a:t>
            </a:r>
            <a:r>
              <a:rPr dirty="0" sz="2050" spc="90">
                <a:solidFill>
                  <a:srgbClr val="1F1E21"/>
                </a:solidFill>
                <a:latin typeface="Arial"/>
                <a:cs typeface="Arial"/>
              </a:rPr>
              <a:t>flexibilidad</a:t>
            </a:r>
            <a:r>
              <a:rPr dirty="0" sz="2050" spc="4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para</a:t>
            </a:r>
            <a:r>
              <a:rPr dirty="0" sz="2050" spc="-3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adaptarse</a:t>
            </a:r>
            <a:r>
              <a:rPr dirty="0" sz="2050" spc="-4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-30">
                <a:solidFill>
                  <a:srgbClr val="1F1E21"/>
                </a:solidFill>
                <a:latin typeface="Arial"/>
                <a:cs typeface="Arial"/>
              </a:rPr>
              <a:t>a</a:t>
            </a:r>
            <a:r>
              <a:rPr dirty="0" sz="2050" spc="-9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95">
                <a:solidFill>
                  <a:srgbClr val="1F1E21"/>
                </a:solidFill>
                <a:latin typeface="Arial"/>
                <a:cs typeface="Arial"/>
              </a:rPr>
              <a:t>requerimientos</a:t>
            </a:r>
            <a:r>
              <a:rPr dirty="0" sz="2050" spc="-12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cambiantes</a:t>
            </a:r>
            <a:r>
              <a:rPr dirty="0" sz="2050" spc="15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-30">
                <a:solidFill>
                  <a:srgbClr val="1F1E21"/>
                </a:solidFill>
                <a:latin typeface="Arial"/>
                <a:cs typeface="Arial"/>
              </a:rPr>
              <a:t>a</a:t>
            </a:r>
            <a:r>
              <a:rPr dirty="0" sz="2050" spc="-12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1F1E21"/>
                </a:solidFill>
                <a:latin typeface="Arial"/>
                <a:cs typeface="Arial"/>
              </a:rPr>
              <a:t>través</a:t>
            </a:r>
            <a:r>
              <a:rPr dirty="0" sz="2050" spc="25">
                <a:solidFill>
                  <a:srgbClr val="1F1E21"/>
                </a:solidFill>
                <a:latin typeface="Arial"/>
                <a:cs typeface="Arial"/>
              </a:rPr>
              <a:t> de </a:t>
            </a:r>
            <a:r>
              <a:rPr dirty="0" sz="2050" spc="60">
                <a:solidFill>
                  <a:srgbClr val="1F1E21"/>
                </a:solidFill>
                <a:latin typeface="Arial"/>
                <a:cs typeface="Arial"/>
              </a:rPr>
              <a:t>iteraciones</a:t>
            </a:r>
            <a:r>
              <a:rPr dirty="0" sz="2050" spc="-7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1F1E21"/>
                </a:solidFill>
                <a:latin typeface="Arial"/>
                <a:cs typeface="Arial"/>
              </a:rPr>
              <a:t>cortas.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5197" y="7024566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5406" y="0"/>
                </a:lnTo>
              </a:path>
            </a:pathLst>
          </a:custGeom>
          <a:ln w="7874">
            <a:solidFill>
              <a:srgbClr val="F2C1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52497" y="6444869"/>
            <a:ext cx="245681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732155" algn="l"/>
              </a:tabLst>
            </a:pPr>
            <a:r>
              <a:rPr dirty="0" sz="4450" spc="-1510">
                <a:solidFill>
                  <a:srgbClr val="F2C11E"/>
                </a:solidFill>
                <a:latin typeface="Arial"/>
                <a:cs typeface="Arial"/>
              </a:rPr>
              <a:t>�=</a:t>
            </a:r>
            <a:r>
              <a:rPr dirty="0" sz="4450">
                <a:solidFill>
                  <a:srgbClr val="F2C11E"/>
                </a:solidFill>
                <a:latin typeface="Arial"/>
                <a:cs typeface="Arial"/>
              </a:rPr>
              <a:t>	</a:t>
            </a:r>
            <a:r>
              <a:rPr dirty="0" sz="2850" spc="150" b="1">
                <a:solidFill>
                  <a:srgbClr val="D72721"/>
                </a:solidFill>
                <a:latin typeface="Arial"/>
                <a:cs typeface="Arial"/>
              </a:rPr>
              <a:t>KANBAN</a:t>
            </a:r>
            <a:endParaRPr sz="2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6378" y="7319871"/>
            <a:ext cx="8656320" cy="929005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2050" spc="114">
                <a:solidFill>
                  <a:srgbClr val="1F1E21"/>
                </a:solidFill>
                <a:latin typeface="Arial"/>
                <a:cs typeface="Arial"/>
              </a:rPr>
              <a:t>Utilizado</a:t>
            </a:r>
            <a:r>
              <a:rPr dirty="0" sz="2050" spc="-14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para</a:t>
            </a:r>
            <a:r>
              <a:rPr dirty="0" sz="2050" spc="-9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la</a:t>
            </a:r>
            <a:r>
              <a:rPr dirty="0" sz="2050" spc="-14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1F1E21"/>
                </a:solidFill>
                <a:latin typeface="Arial"/>
                <a:cs typeface="Arial"/>
              </a:rPr>
              <a:t>gestión</a:t>
            </a:r>
            <a:r>
              <a:rPr dirty="0" sz="2050" spc="-17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F1E21"/>
                </a:solidFill>
                <a:latin typeface="Arial"/>
                <a:cs typeface="Arial"/>
              </a:rPr>
              <a:t>visual</a:t>
            </a:r>
            <a:r>
              <a:rPr dirty="0" sz="2050" spc="-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E21"/>
                </a:solidFill>
                <a:latin typeface="Arial"/>
                <a:cs typeface="Arial"/>
              </a:rPr>
              <a:t>del</a:t>
            </a:r>
            <a:r>
              <a:rPr dirty="0" sz="2050" spc="-7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135">
                <a:solidFill>
                  <a:srgbClr val="1F1E21"/>
                </a:solidFill>
                <a:latin typeface="Arial"/>
                <a:cs typeface="Arial"/>
              </a:rPr>
              <a:t>flujo</a:t>
            </a:r>
            <a:r>
              <a:rPr dirty="0" sz="2050" spc="-17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E21"/>
                </a:solidFill>
                <a:latin typeface="Arial"/>
                <a:cs typeface="Arial"/>
              </a:rPr>
              <a:t>de</a:t>
            </a:r>
            <a:r>
              <a:rPr dirty="0" sz="2050" spc="-25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F1E21"/>
                </a:solidFill>
                <a:latin typeface="Arial"/>
                <a:cs typeface="Arial"/>
              </a:rPr>
              <a:t>trabajo,</a:t>
            </a:r>
            <a:r>
              <a:rPr dirty="0" sz="2050" spc="-19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1E21"/>
                </a:solidFill>
                <a:latin typeface="Arial"/>
                <a:cs typeface="Arial"/>
              </a:rPr>
              <a:t>asignación</a:t>
            </a:r>
            <a:r>
              <a:rPr dirty="0" sz="2050" spc="-1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E21"/>
                </a:solidFill>
                <a:latin typeface="Arial"/>
                <a:cs typeface="Arial"/>
              </a:rPr>
              <a:t>de</a:t>
            </a:r>
            <a:r>
              <a:rPr dirty="0" sz="2050" spc="-24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F1E21"/>
                </a:solidFill>
                <a:latin typeface="Arial"/>
                <a:cs typeface="Arial"/>
              </a:rPr>
              <a:t>tareas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100" spc="60">
                <a:solidFill>
                  <a:srgbClr val="1F1E21"/>
                </a:solidFill>
                <a:latin typeface="Arial"/>
                <a:cs typeface="Arial"/>
              </a:rPr>
              <a:t>y</a:t>
            </a:r>
            <a:r>
              <a:rPr dirty="0" sz="2100" spc="-19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1F1E21"/>
                </a:solidFill>
                <a:latin typeface="Arial"/>
                <a:cs typeface="Arial"/>
              </a:rPr>
              <a:t>control</a:t>
            </a:r>
            <a:r>
              <a:rPr dirty="0" sz="2050" spc="-3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E21"/>
                </a:solidFill>
                <a:latin typeface="Arial"/>
                <a:cs typeface="Arial"/>
              </a:rPr>
              <a:t>del</a:t>
            </a:r>
            <a:r>
              <a:rPr dirty="0" sz="2050" spc="-114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F1E21"/>
                </a:solidFill>
                <a:latin typeface="Arial"/>
                <a:cs typeface="Arial"/>
              </a:rPr>
              <a:t>estado</a:t>
            </a:r>
            <a:r>
              <a:rPr dirty="0" sz="2050" spc="-17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F1E21"/>
                </a:solidFill>
                <a:latin typeface="Arial"/>
                <a:cs typeface="Arial"/>
              </a:rPr>
              <a:t>de</a:t>
            </a:r>
            <a:r>
              <a:rPr dirty="0" sz="2050" spc="-32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F1E21"/>
                </a:solidFill>
                <a:latin typeface="Arial"/>
                <a:cs typeface="Arial"/>
              </a:rPr>
              <a:t>avance</a:t>
            </a:r>
            <a:r>
              <a:rPr dirty="0" sz="2050" spc="-160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1E21"/>
                </a:solidFill>
                <a:latin typeface="Arial"/>
                <a:cs typeface="Arial"/>
              </a:rPr>
              <a:t>en</a:t>
            </a:r>
            <a:r>
              <a:rPr dirty="0" sz="2050" spc="-26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114">
                <a:solidFill>
                  <a:srgbClr val="1F1E21"/>
                </a:solidFill>
                <a:latin typeface="Arial"/>
                <a:cs typeface="Arial"/>
              </a:rPr>
              <a:t>tiempo</a:t>
            </a:r>
            <a:r>
              <a:rPr dirty="0" sz="2050" spc="-155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1F1E21"/>
                </a:solidFill>
                <a:latin typeface="Arial"/>
                <a:cs typeface="Arial"/>
              </a:rPr>
              <a:t>real.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33607" y="7748178"/>
            <a:ext cx="624903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10" b="1">
                <a:solidFill>
                  <a:srgbClr val="1F1E21"/>
                </a:solidFill>
                <a:latin typeface="Arial"/>
                <a:cs typeface="Arial"/>
              </a:rPr>
              <a:t>Reuniones</a:t>
            </a:r>
            <a:r>
              <a:rPr dirty="0" sz="2200" spc="-90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spc="-100" b="1">
                <a:solidFill>
                  <a:srgbClr val="1F1E21"/>
                </a:solidFill>
                <a:latin typeface="Arial"/>
                <a:cs typeface="Arial"/>
              </a:rPr>
              <a:t>periódicas</a:t>
            </a:r>
            <a:r>
              <a:rPr dirty="0" sz="2200" spc="-135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1F1E21"/>
                </a:solidFill>
                <a:latin typeface="Arial"/>
                <a:cs typeface="Arial"/>
              </a:rPr>
              <a:t>de</a:t>
            </a:r>
            <a:r>
              <a:rPr dirty="0" sz="2200" spc="-245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spc="-65" b="1">
                <a:solidFill>
                  <a:srgbClr val="1F1E21"/>
                </a:solidFill>
                <a:latin typeface="Arial"/>
                <a:cs typeface="Arial"/>
              </a:rPr>
              <a:t>definición</a:t>
            </a:r>
            <a:r>
              <a:rPr dirty="0" sz="2200" spc="-150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F1E21"/>
                </a:solidFill>
                <a:latin typeface="Arial"/>
                <a:cs typeface="Arial"/>
              </a:rPr>
              <a:t>y</a:t>
            </a:r>
            <a:r>
              <a:rPr dirty="0" sz="2200" spc="-270" b="1">
                <a:solidFill>
                  <a:srgbClr val="1F1E21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1F1E21"/>
                </a:solidFill>
                <a:latin typeface="Arial"/>
                <a:cs typeface="Arial"/>
              </a:rPr>
              <a:t>seguimiento.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39586"/>
            <a:ext cx="8494673" cy="645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4178" y="5433822"/>
            <a:ext cx="298886" cy="299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8331" y="5796071"/>
            <a:ext cx="566311" cy="267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74485" y="5433822"/>
            <a:ext cx="770812" cy="629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05022" y="5433822"/>
            <a:ext cx="818005" cy="6299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324040" y="4669947"/>
            <a:ext cx="5364480" cy="0"/>
          </a:xfrm>
          <a:custGeom>
            <a:avLst/>
            <a:gdLst/>
            <a:ahLst/>
            <a:cxnLst/>
            <a:rect l="l" t="t" r="r" b="b"/>
            <a:pathLst>
              <a:path w="5364480" h="0">
                <a:moveTo>
                  <a:pt x="0" y="0"/>
                </a:moveTo>
                <a:lnTo>
                  <a:pt x="5364223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77774" y="4669947"/>
            <a:ext cx="5380355" cy="0"/>
          </a:xfrm>
          <a:custGeom>
            <a:avLst/>
            <a:gdLst/>
            <a:ahLst/>
            <a:cxnLst/>
            <a:rect l="l" t="t" r="r" b="b"/>
            <a:pathLst>
              <a:path w="5380355" h="0">
                <a:moveTo>
                  <a:pt x="0" y="0"/>
                </a:moveTo>
                <a:lnTo>
                  <a:pt x="5379954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31508" y="4669947"/>
            <a:ext cx="5364480" cy="0"/>
          </a:xfrm>
          <a:custGeom>
            <a:avLst/>
            <a:gdLst/>
            <a:ahLst/>
            <a:cxnLst/>
            <a:rect l="l" t="t" r="r" b="b"/>
            <a:pathLst>
              <a:path w="5364480" h="0">
                <a:moveTo>
                  <a:pt x="0" y="0"/>
                </a:moveTo>
                <a:lnTo>
                  <a:pt x="5364223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17969" y="6653555"/>
            <a:ext cx="2985770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120" b="1">
                <a:solidFill>
                  <a:srgbClr val="1D1E1F"/>
                </a:solidFill>
                <a:latin typeface="Arial"/>
                <a:cs typeface="Arial"/>
              </a:rPr>
              <a:t>Héctor</a:t>
            </a:r>
            <a:r>
              <a:rPr dirty="0" sz="3000" spc="180" b="1">
                <a:solidFill>
                  <a:srgbClr val="1D1E1F"/>
                </a:solidFill>
                <a:latin typeface="Arial"/>
                <a:cs typeface="Arial"/>
              </a:rPr>
              <a:t> </a:t>
            </a:r>
            <a:r>
              <a:rPr dirty="0" sz="3000" spc="80" b="1">
                <a:solidFill>
                  <a:srgbClr val="1D1E1F"/>
                </a:solidFill>
                <a:latin typeface="Arial"/>
                <a:cs typeface="Arial"/>
              </a:rPr>
              <a:t>Morales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29693" y="7244179"/>
            <a:ext cx="215455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>
                <a:solidFill>
                  <a:srgbClr val="646264"/>
                </a:solidFill>
                <a:latin typeface="Arial"/>
                <a:cs typeface="Arial"/>
              </a:rPr>
              <a:t>PRODUCT</a:t>
            </a:r>
            <a:r>
              <a:rPr dirty="0" sz="1750" spc="285">
                <a:solidFill>
                  <a:srgbClr val="646264"/>
                </a:solidFill>
                <a:latin typeface="Arial"/>
                <a:cs typeface="Arial"/>
              </a:rPr>
              <a:t> </a:t>
            </a:r>
            <a:r>
              <a:rPr dirty="0" sz="1750" spc="90">
                <a:solidFill>
                  <a:srgbClr val="646264"/>
                </a:solidFill>
                <a:latin typeface="Arial"/>
                <a:cs typeface="Arial"/>
              </a:rPr>
              <a:t>OWNER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15730" y="6428414"/>
            <a:ext cx="2663190" cy="1110615"/>
          </a:xfrm>
          <a:prstGeom prst="rect">
            <a:avLst/>
          </a:prstGeom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sz="3000" b="1">
                <a:solidFill>
                  <a:srgbClr val="1D1E1F"/>
                </a:solidFill>
                <a:latin typeface="Arial"/>
                <a:cs typeface="Arial"/>
              </a:rPr>
              <a:t>Carlos</a:t>
            </a:r>
            <a:r>
              <a:rPr dirty="0" sz="3000" spc="315" b="1">
                <a:solidFill>
                  <a:srgbClr val="1D1E1F"/>
                </a:solidFill>
                <a:latin typeface="Arial"/>
                <a:cs typeface="Arial"/>
              </a:rPr>
              <a:t> </a:t>
            </a:r>
            <a:r>
              <a:rPr dirty="0" sz="3000" spc="50" b="1">
                <a:solidFill>
                  <a:srgbClr val="1D1E1F"/>
                </a:solidFill>
                <a:latin typeface="Arial"/>
                <a:cs typeface="Arial"/>
              </a:rPr>
              <a:t>Guerra</a:t>
            </a:r>
            <a:endParaRPr sz="3000">
              <a:latin typeface="Arial"/>
              <a:cs typeface="Arial"/>
            </a:endParaRPr>
          </a:p>
          <a:p>
            <a:pPr algn="ctr" marL="8255">
              <a:lnSpc>
                <a:spcPct val="100000"/>
              </a:lnSpc>
              <a:spcBef>
                <a:spcPts val="1060"/>
              </a:spcBef>
            </a:pPr>
            <a:r>
              <a:rPr dirty="0" sz="1750">
                <a:solidFill>
                  <a:srgbClr val="646264"/>
                </a:solidFill>
                <a:latin typeface="Arial"/>
                <a:cs typeface="Arial"/>
              </a:rPr>
              <a:t>SCRUM</a:t>
            </a:r>
            <a:r>
              <a:rPr dirty="0" sz="1750" spc="229">
                <a:solidFill>
                  <a:srgbClr val="646264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646264"/>
                </a:solidFill>
                <a:latin typeface="Arial"/>
                <a:cs typeface="Arial"/>
              </a:rPr>
              <a:t>MASTER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57720" y="6428414"/>
            <a:ext cx="3062605" cy="1110615"/>
          </a:xfrm>
          <a:prstGeom prst="rect">
            <a:avLst/>
          </a:prstGeom>
        </p:spPr>
        <p:txBody>
          <a:bodyPr wrap="square" lIns="0" tIns="238760" rIns="0" bIns="0" rtlCol="0" vert="horz">
            <a:spAutoFit/>
          </a:bodyPr>
          <a:lstStyle/>
          <a:p>
            <a:pPr algn="ctr" marL="37465">
              <a:lnSpc>
                <a:spcPct val="100000"/>
              </a:lnSpc>
              <a:spcBef>
                <a:spcPts val="1880"/>
              </a:spcBef>
            </a:pPr>
            <a:r>
              <a:rPr dirty="0" sz="3000" spc="175" b="1">
                <a:solidFill>
                  <a:srgbClr val="1D1E1F"/>
                </a:solidFill>
                <a:latin typeface="Arial"/>
                <a:cs typeface="Arial"/>
              </a:rPr>
              <a:t>Diego</a:t>
            </a:r>
            <a:r>
              <a:rPr dirty="0" sz="3000" spc="95" b="1">
                <a:solidFill>
                  <a:srgbClr val="1D1E1F"/>
                </a:solidFill>
                <a:latin typeface="Arial"/>
                <a:cs typeface="Arial"/>
              </a:rPr>
              <a:t> </a:t>
            </a:r>
            <a:r>
              <a:rPr dirty="0" sz="3000" spc="160" b="1">
                <a:solidFill>
                  <a:srgbClr val="1D1E1F"/>
                </a:solidFill>
                <a:latin typeface="Arial"/>
                <a:cs typeface="Arial"/>
              </a:rPr>
              <a:t>Marin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dirty="0" sz="1750" spc="75">
                <a:solidFill>
                  <a:srgbClr val="646264"/>
                </a:solidFill>
                <a:latin typeface="Arial"/>
                <a:cs typeface="Arial"/>
              </a:rPr>
              <a:t>EQUIPO</a:t>
            </a:r>
            <a:r>
              <a:rPr dirty="0" sz="1750" spc="50">
                <a:solidFill>
                  <a:srgbClr val="646264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646264"/>
                </a:solidFill>
                <a:latin typeface="Arial"/>
                <a:cs typeface="Arial"/>
              </a:rPr>
              <a:t>DESARROLLADOR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8749" y="1039586"/>
            <a:ext cx="393271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9424" y="1181335"/>
            <a:ext cx="409002" cy="503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355" y="5024323"/>
            <a:ext cx="440464" cy="456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16302" y="5040073"/>
            <a:ext cx="424733" cy="409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16302" y="6756819"/>
            <a:ext cx="409002" cy="4094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15"/>
              </a:spcBef>
            </a:pPr>
            <a:r>
              <a:rPr dirty="0" spc="560">
                <a:solidFill>
                  <a:srgbClr val="D82720"/>
                </a:solidFill>
              </a:rPr>
              <a:t>Stac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4680" y="770945"/>
            <a:ext cx="223520" cy="568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 spc="254">
                <a:solidFill>
                  <a:srgbClr val="D82720"/>
                </a:solidFill>
                <a:latin typeface="Arial"/>
                <a:cs typeface="Arial"/>
              </a:rPr>
              <a:t>•</a:t>
            </a:r>
            <a:endParaRPr sz="3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1363" y="963887"/>
            <a:ext cx="431165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224530" algn="l"/>
              </a:tabLst>
            </a:pPr>
            <a:r>
              <a:rPr dirty="0" sz="4450" spc="650" b="1">
                <a:solidFill>
                  <a:srgbClr val="D82720"/>
                </a:solidFill>
                <a:latin typeface="Arial"/>
                <a:cs typeface="Arial"/>
              </a:rPr>
              <a:t>Tecno</a:t>
            </a:r>
            <a:r>
              <a:rPr dirty="0" sz="4450" spc="495" b="1">
                <a:solidFill>
                  <a:srgbClr val="D82720"/>
                </a:solidFill>
                <a:latin typeface="Arial"/>
                <a:cs typeface="Arial"/>
              </a:rPr>
              <a:t> </a:t>
            </a:r>
            <a:r>
              <a:rPr dirty="0" sz="4450" spc="625" b="1">
                <a:solidFill>
                  <a:srgbClr val="D82720"/>
                </a:solidFill>
                <a:latin typeface="Arial"/>
                <a:cs typeface="Arial"/>
              </a:rPr>
              <a:t>ó</a:t>
            </a:r>
            <a:r>
              <a:rPr dirty="0" sz="4450" b="1">
                <a:solidFill>
                  <a:srgbClr val="D82720"/>
                </a:solidFill>
                <a:latin typeface="Arial"/>
                <a:cs typeface="Arial"/>
              </a:rPr>
              <a:t>	</a:t>
            </a:r>
            <a:r>
              <a:rPr dirty="0" sz="3800" spc="530" b="1">
                <a:solidFill>
                  <a:srgbClr val="D82720"/>
                </a:solidFill>
                <a:latin typeface="Arial"/>
                <a:cs typeface="Arial"/>
              </a:rPr>
              <a:t>ICO</a:t>
            </a:r>
            <a:endParaRPr sz="3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2330" y="4995873"/>
            <a:ext cx="24828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50" spc="325">
                <a:solidFill>
                  <a:srgbClr val="EB5723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01756" y="5614059"/>
            <a:ext cx="803910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2000" spc="-10">
                <a:solidFill>
                  <a:srgbClr val="29282A"/>
                </a:solidFill>
                <a:latin typeface="Arial"/>
                <a:cs typeface="Arial"/>
              </a:rPr>
              <a:t>Python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93176" y="4995873"/>
            <a:ext cx="1370965" cy="95885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R="32384">
              <a:lnSpc>
                <a:spcPts val="5135"/>
              </a:lnSpc>
              <a:spcBef>
                <a:spcPts val="115"/>
              </a:spcBef>
            </a:pPr>
            <a:r>
              <a:rPr dirty="0" baseline="22471" sz="6675" spc="-1732">
                <a:solidFill>
                  <a:srgbClr val="EB5723"/>
                </a:solidFill>
                <a:latin typeface="Arial"/>
                <a:cs typeface="Arial"/>
              </a:rPr>
              <a:t>.</a:t>
            </a:r>
            <a:r>
              <a:rPr dirty="0" sz="4450" spc="-340">
                <a:solidFill>
                  <a:srgbClr val="EB5723"/>
                </a:solidFill>
                <a:latin typeface="Arial"/>
                <a:cs typeface="Arial"/>
              </a:rPr>
              <a:t>-</a:t>
            </a:r>
            <a:r>
              <a:rPr dirty="0" baseline="22471" sz="6675" spc="-2122">
                <a:solidFill>
                  <a:srgbClr val="EB5723"/>
                </a:solidFill>
                <a:latin typeface="Arial"/>
                <a:cs typeface="Arial"/>
              </a:rPr>
              <a:t>.</a:t>
            </a:r>
            <a:r>
              <a:rPr dirty="0" sz="4450" spc="-290">
                <a:solidFill>
                  <a:srgbClr val="EB5723"/>
                </a:solidFill>
                <a:latin typeface="Arial"/>
                <a:cs typeface="Arial"/>
              </a:rPr>
              <a:t>-</a:t>
            </a:r>
            <a:r>
              <a:rPr dirty="0" sz="4450" spc="-455">
                <a:solidFill>
                  <a:srgbClr val="EB5723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  <a:p>
            <a:pPr algn="ctr">
              <a:lnSpc>
                <a:spcPts val="2195"/>
              </a:lnSpc>
            </a:pPr>
            <a:r>
              <a:rPr dirty="0" sz="2000" spc="-20">
                <a:solidFill>
                  <a:srgbClr val="29282A"/>
                </a:solidFill>
                <a:latin typeface="Arial"/>
                <a:cs typeface="Arial"/>
              </a:rPr>
              <a:t>PostgreSQL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7528" y="5614059"/>
            <a:ext cx="811530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-25">
                <a:solidFill>
                  <a:srgbClr val="29282A"/>
                </a:solidFill>
                <a:latin typeface="Arial"/>
                <a:cs typeface="Arial"/>
              </a:rPr>
              <a:t>Django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76541" y="5515622"/>
            <a:ext cx="1903095" cy="43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61645">
              <a:lnSpc>
                <a:spcPts val="1025"/>
              </a:lnSpc>
              <a:spcBef>
                <a:spcPts val="105"/>
              </a:spcBef>
            </a:pPr>
            <a:r>
              <a:rPr dirty="0" sz="1050" spc="-50">
                <a:solidFill>
                  <a:srgbClr val="29282A"/>
                </a:solidFill>
                <a:latin typeface="Times New Roman"/>
                <a:cs typeface="Times New Roman"/>
              </a:rPr>
              <a:t>,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2165"/>
              </a:lnSpc>
            </a:pPr>
            <a:r>
              <a:rPr dirty="0" sz="2000" spc="-20">
                <a:solidFill>
                  <a:srgbClr val="29282A"/>
                </a:solidFill>
                <a:latin typeface="Arial"/>
                <a:cs typeface="Arial"/>
              </a:rPr>
              <a:t>Metodología</a:t>
            </a:r>
            <a:r>
              <a:rPr dirty="0" sz="2000" spc="-35">
                <a:solidFill>
                  <a:srgbClr val="29282A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9282A"/>
                </a:solidFill>
                <a:latin typeface="Arial"/>
                <a:cs typeface="Arial"/>
              </a:rPr>
              <a:t>Agil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63961" y="6586618"/>
            <a:ext cx="34607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50" spc="-50" b="1">
                <a:solidFill>
                  <a:srgbClr val="EB5723"/>
                </a:solidFill>
                <a:latin typeface="Arial"/>
                <a:cs typeface="Arial"/>
              </a:rPr>
              <a:t>o</a:t>
            </a:r>
            <a:endParaRPr sz="4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75293" y="7338679"/>
            <a:ext cx="1645920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2000">
                <a:solidFill>
                  <a:srgbClr val="29282A"/>
                </a:solidFill>
                <a:latin typeface="Arial"/>
                <a:cs typeface="Arial"/>
              </a:rPr>
              <a:t>Github</a:t>
            </a:r>
            <a:r>
              <a:rPr dirty="0" sz="2000" spc="-25">
                <a:solidFill>
                  <a:srgbClr val="29282A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9282A"/>
                </a:solidFill>
                <a:latin typeface="Arial"/>
                <a:cs typeface="Arial"/>
              </a:rPr>
              <a:t>Actions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9566" y="6385066"/>
            <a:ext cx="958850" cy="1278890"/>
          </a:xfrm>
          <a:prstGeom prst="rect">
            <a:avLst/>
          </a:prstGeom>
        </p:spPr>
        <p:txBody>
          <a:bodyPr wrap="square" lIns="0" tIns="25781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2030"/>
              </a:spcBef>
            </a:pPr>
            <a:r>
              <a:rPr dirty="0" sz="3750" spc="-795">
                <a:solidFill>
                  <a:srgbClr val="EB5723"/>
                </a:solidFill>
                <a:latin typeface="Courier New"/>
                <a:cs typeface="Courier New"/>
              </a:rPr>
              <a:t>&lt;/&gt;</a:t>
            </a:r>
            <a:endParaRPr sz="37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2000" spc="-10">
                <a:solidFill>
                  <a:srgbClr val="29282A"/>
                </a:solidFill>
                <a:latin typeface="Arial"/>
                <a:cs typeface="Arial"/>
              </a:rPr>
              <a:t>VSCode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83590" y="6704744"/>
            <a:ext cx="1397000" cy="958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950"/>
              </a:lnSpc>
              <a:spcBef>
                <a:spcPts val="95"/>
              </a:spcBef>
            </a:pPr>
            <a:r>
              <a:rPr dirty="0" sz="1800" spc="-395" b="1">
                <a:solidFill>
                  <a:srgbClr val="EB5723"/>
                </a:solidFill>
                <a:latin typeface="Arial"/>
                <a:cs typeface="Arial"/>
              </a:rPr>
              <a:t>111111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950"/>
              </a:lnSpc>
            </a:pPr>
            <a:r>
              <a:rPr dirty="0" sz="1800" spc="-395" b="1">
                <a:solidFill>
                  <a:srgbClr val="EB5723"/>
                </a:solidFill>
                <a:latin typeface="Arial"/>
                <a:cs typeface="Arial"/>
              </a:rPr>
              <a:t>111111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z="2000">
                <a:solidFill>
                  <a:srgbClr val="29282A"/>
                </a:solidFill>
                <a:latin typeface="Arial"/>
                <a:cs typeface="Arial"/>
              </a:rPr>
              <a:t>App</a:t>
            </a:r>
            <a:r>
              <a:rPr dirty="0" sz="2000" spc="-220">
                <a:solidFill>
                  <a:srgbClr val="29282A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29282A"/>
                </a:solidFill>
                <a:latin typeface="Arial"/>
                <a:cs typeface="Arial"/>
              </a:rPr>
              <a:t>Services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78451" y="7330804"/>
            <a:ext cx="888365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-10">
                <a:solidFill>
                  <a:srgbClr val="29282A"/>
                </a:solidFill>
                <a:latin typeface="Arial"/>
                <a:cs typeface="Arial"/>
              </a:rPr>
              <a:t>ClickUp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588" y="920382"/>
            <a:ext cx="101811" cy="8298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1836" y="1099552"/>
            <a:ext cx="1201004" cy="5997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41455" y="1214601"/>
            <a:ext cx="371425" cy="369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6984" y="1048632"/>
            <a:ext cx="1953282" cy="5356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8880" y="1214601"/>
            <a:ext cx="575049" cy="3696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50345" y="1086351"/>
            <a:ext cx="382737" cy="4979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7186" y="1214601"/>
            <a:ext cx="382737" cy="3696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09944" y="1073150"/>
            <a:ext cx="2349217" cy="5111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36464" y="1214601"/>
            <a:ext cx="637267" cy="3696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687737" y="4905532"/>
            <a:ext cx="1061483" cy="128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8678" y="6578427"/>
            <a:ext cx="1061483" cy="105994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62782" y="7715695"/>
            <a:ext cx="818266" cy="15276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76544" y="5837223"/>
            <a:ext cx="4853038" cy="201803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8618195" y="5303481"/>
            <a:ext cx="11186160" cy="4352925"/>
            <a:chOff x="8618195" y="5303481"/>
            <a:chExt cx="11186160" cy="4352925"/>
          </a:xfrm>
        </p:grpSpPr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18195" y="5303481"/>
              <a:ext cx="11186117" cy="43529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031520" y="7677975"/>
              <a:ext cx="842777" cy="10599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93809" y="9005730"/>
              <a:ext cx="497747" cy="1018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74732" y="9198104"/>
              <a:ext cx="382737" cy="101844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729652" y="5850430"/>
            <a:ext cx="0" cy="3257550"/>
          </a:xfrm>
          <a:custGeom>
            <a:avLst/>
            <a:gdLst/>
            <a:ahLst/>
            <a:cxnLst/>
            <a:rect l="l" t="t" r="r" b="b"/>
            <a:pathLst>
              <a:path w="0" h="3257550">
                <a:moveTo>
                  <a:pt x="0" y="3257150"/>
                </a:moveTo>
                <a:lnTo>
                  <a:pt x="0" y="0"/>
                </a:lnTo>
              </a:path>
            </a:pathLst>
          </a:custGeom>
          <a:ln w="75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503189" y="7855266"/>
            <a:ext cx="0" cy="1177290"/>
          </a:xfrm>
          <a:custGeom>
            <a:avLst/>
            <a:gdLst/>
            <a:ahLst/>
            <a:cxnLst/>
            <a:rect l="l" t="t" r="r" b="b"/>
            <a:pathLst>
              <a:path w="0" h="1177290">
                <a:moveTo>
                  <a:pt x="0" y="117687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7767" y="5857974"/>
            <a:ext cx="2948940" cy="0"/>
          </a:xfrm>
          <a:custGeom>
            <a:avLst/>
            <a:gdLst/>
            <a:ahLst/>
            <a:cxnLst/>
            <a:rect l="l" t="t" r="r" b="b"/>
            <a:pathLst>
              <a:path w="2948940" h="0">
                <a:moveTo>
                  <a:pt x="0" y="0"/>
                </a:moveTo>
                <a:lnTo>
                  <a:pt x="2948777" y="0"/>
                </a:lnTo>
              </a:path>
            </a:pathLst>
          </a:custGeom>
          <a:ln w="37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435233" y="8975300"/>
            <a:ext cx="17145" cy="166370"/>
          </a:xfrm>
          <a:custGeom>
            <a:avLst/>
            <a:gdLst/>
            <a:ahLst/>
            <a:cxnLst/>
            <a:rect l="l" t="t" r="r" b="b"/>
            <a:pathLst>
              <a:path w="17145" h="166370">
                <a:moveTo>
                  <a:pt x="16968" y="166173"/>
                </a:moveTo>
                <a:lnTo>
                  <a:pt x="0" y="166173"/>
                </a:lnTo>
                <a:lnTo>
                  <a:pt x="0" y="0"/>
                </a:lnTo>
                <a:lnTo>
                  <a:pt x="16968" y="0"/>
                </a:lnTo>
                <a:lnTo>
                  <a:pt x="16968" y="166173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573442" y="9101922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 h="0">
                <a:moveTo>
                  <a:pt x="0" y="0"/>
                </a:moveTo>
                <a:lnTo>
                  <a:pt x="39593" y="0"/>
                </a:lnTo>
              </a:path>
            </a:pathLst>
          </a:custGeom>
          <a:ln w="7858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006546" y="8756452"/>
            <a:ext cx="942975" cy="38290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900" spc="-30">
                <a:solidFill>
                  <a:srgbClr val="797979"/>
                </a:solidFill>
                <a:latin typeface="Times New Roman"/>
                <a:cs typeface="Times New Roman"/>
              </a:rPr>
              <a:t>IRieFJ(i!iÍ'flrlei</a:t>
            </a:r>
            <a:r>
              <a:rPr dirty="0" sz="900" spc="70">
                <a:solidFill>
                  <a:srgbClr val="797979"/>
                </a:solidFill>
                <a:latin typeface="Times New Roman"/>
                <a:cs typeface="Times New Roman"/>
              </a:rPr>
              <a:t> </a:t>
            </a:r>
            <a:r>
              <a:rPr dirty="0" sz="900" spc="-60">
                <a:solidFill>
                  <a:srgbClr val="8A8A8A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428625">
              <a:lnSpc>
                <a:spcPct val="100000"/>
              </a:lnSpc>
              <a:spcBef>
                <a:spcPts val="310"/>
              </a:spcBef>
              <a:tabLst>
                <a:tab pos="776605" algn="l"/>
              </a:tabLst>
            </a:pPr>
            <a:r>
              <a:rPr dirty="0" sz="950">
                <a:solidFill>
                  <a:srgbClr val="BDBDBD"/>
                </a:solidFill>
                <a:latin typeface="Arial"/>
                <a:cs typeface="Arial"/>
              </a:rPr>
              <a:t>.</a:t>
            </a:r>
            <a:r>
              <a:rPr dirty="0" sz="950" spc="145">
                <a:solidFill>
                  <a:srgbClr val="BDBDBD"/>
                </a:solidFill>
                <a:latin typeface="Arial"/>
                <a:cs typeface="Arial"/>
              </a:rPr>
              <a:t>  </a:t>
            </a:r>
            <a:r>
              <a:rPr dirty="0" sz="950" spc="-50">
                <a:solidFill>
                  <a:srgbClr val="797979"/>
                </a:solidFill>
                <a:latin typeface="Arial"/>
                <a:cs typeface="Arial"/>
              </a:rPr>
              <a:t>-</a:t>
            </a:r>
            <a:r>
              <a:rPr dirty="0" sz="950">
                <a:solidFill>
                  <a:srgbClr val="797979"/>
                </a:solidFill>
                <a:latin typeface="Arial"/>
                <a:cs typeface="Arial"/>
              </a:rPr>
              <a:t>	</a:t>
            </a:r>
            <a:r>
              <a:rPr dirty="0" sz="950" spc="-20">
                <a:solidFill>
                  <a:srgbClr val="797979"/>
                </a:solidFill>
                <a:latin typeface="Arial"/>
                <a:cs typeface="Arial"/>
              </a:rPr>
              <a:t>lllb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0791" y="1181335"/>
            <a:ext cx="409002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9076" y="1039586"/>
            <a:ext cx="173039" cy="629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5039" y="1055331"/>
            <a:ext cx="1510163" cy="4882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6898" y="1039586"/>
            <a:ext cx="1431509" cy="519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7061" y="1039586"/>
            <a:ext cx="1510163" cy="629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68727" y="5575572"/>
            <a:ext cx="928121" cy="40949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355502" y="5260570"/>
            <a:ext cx="5805170" cy="0"/>
          </a:xfrm>
          <a:custGeom>
            <a:avLst/>
            <a:gdLst/>
            <a:ahLst/>
            <a:cxnLst/>
            <a:rect l="l" t="t" r="r" b="b"/>
            <a:pathLst>
              <a:path w="5805169" h="0">
                <a:moveTo>
                  <a:pt x="0" y="0"/>
                </a:moveTo>
                <a:lnTo>
                  <a:pt x="580468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5313" y="5260570"/>
            <a:ext cx="5805170" cy="0"/>
          </a:xfrm>
          <a:custGeom>
            <a:avLst/>
            <a:gdLst/>
            <a:ahLst/>
            <a:cxnLst/>
            <a:rect l="l" t="t" r="r" b="b"/>
            <a:pathLst>
              <a:path w="5805170" h="0">
                <a:moveTo>
                  <a:pt x="0" y="0"/>
                </a:moveTo>
                <a:lnTo>
                  <a:pt x="580468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57542" y="5260570"/>
            <a:ext cx="5821045" cy="0"/>
          </a:xfrm>
          <a:custGeom>
            <a:avLst/>
            <a:gdLst/>
            <a:ahLst/>
            <a:cxnLst/>
            <a:rect l="l" t="t" r="r" b="b"/>
            <a:pathLst>
              <a:path w="5821045" h="0">
                <a:moveTo>
                  <a:pt x="0" y="0"/>
                </a:moveTo>
                <a:lnTo>
                  <a:pt x="58204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610"/>
              <a:t>Crono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90506" y="963887"/>
            <a:ext cx="1758314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720" b="1">
                <a:solidFill>
                  <a:srgbClr val="D22825"/>
                </a:solidFill>
                <a:latin typeface="Arial"/>
                <a:cs typeface="Arial"/>
              </a:rPr>
              <a:t>rama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6291" y="4216250"/>
            <a:ext cx="942022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70">
                <a:solidFill>
                  <a:srgbClr val="262528"/>
                </a:solidFill>
                <a:latin typeface="Arial"/>
                <a:cs typeface="Arial"/>
              </a:rPr>
              <a:t>Desarrollo</a:t>
            </a:r>
            <a:r>
              <a:rPr dirty="0" sz="2100" spc="-70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528"/>
                </a:solidFill>
                <a:latin typeface="Arial"/>
                <a:cs typeface="Arial"/>
              </a:rPr>
              <a:t>incremental</a:t>
            </a:r>
            <a:r>
              <a:rPr dirty="0" sz="2100" spc="110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528"/>
                </a:solidFill>
                <a:latin typeface="Arial"/>
                <a:cs typeface="Arial"/>
              </a:rPr>
              <a:t>en</a:t>
            </a:r>
            <a:r>
              <a:rPr dirty="0" sz="2100" spc="-235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528"/>
                </a:solidFill>
                <a:latin typeface="Arial"/>
                <a:cs typeface="Arial"/>
              </a:rPr>
              <a:t>3</a:t>
            </a:r>
            <a:r>
              <a:rPr dirty="0" sz="2100" spc="-120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262528"/>
                </a:solidFill>
                <a:latin typeface="Arial"/>
                <a:cs typeface="Arial"/>
              </a:rPr>
              <a:t>Sprints</a:t>
            </a:r>
            <a:r>
              <a:rPr dirty="0" sz="2100" spc="-65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528"/>
                </a:solidFill>
                <a:latin typeface="Arial"/>
                <a:cs typeface="Arial"/>
              </a:rPr>
              <a:t>para</a:t>
            </a:r>
            <a:r>
              <a:rPr dirty="0" sz="2100" spc="-105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528"/>
                </a:solidFill>
                <a:latin typeface="Arial"/>
                <a:cs typeface="Arial"/>
              </a:rPr>
              <a:t>alcanzar</a:t>
            </a:r>
            <a:r>
              <a:rPr dirty="0" sz="2100" spc="-45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528"/>
                </a:solidFill>
                <a:latin typeface="Arial"/>
                <a:cs typeface="Arial"/>
              </a:rPr>
              <a:t>el</a:t>
            </a:r>
            <a:r>
              <a:rPr dirty="0" sz="2100" spc="-50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262528"/>
                </a:solidFill>
                <a:latin typeface="Arial"/>
                <a:cs typeface="Arial"/>
              </a:rPr>
              <a:t>Producto</a:t>
            </a:r>
            <a:r>
              <a:rPr dirty="0" sz="2100" spc="-85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 spc="120">
                <a:solidFill>
                  <a:srgbClr val="262528"/>
                </a:solidFill>
                <a:latin typeface="Arial"/>
                <a:cs typeface="Arial"/>
              </a:rPr>
              <a:t>Mínimo</a:t>
            </a:r>
            <a:r>
              <a:rPr dirty="0" sz="2100" spc="-95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62528"/>
                </a:solidFill>
                <a:latin typeface="Arial"/>
                <a:cs typeface="Arial"/>
              </a:rPr>
              <a:t>Viable.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91" y="5574684"/>
            <a:ext cx="122047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140" b="1">
                <a:solidFill>
                  <a:srgbClr val="262528"/>
                </a:solidFill>
                <a:latin typeface="Arial"/>
                <a:cs typeface="Arial"/>
              </a:rPr>
              <a:t>Sprint</a:t>
            </a:r>
            <a:r>
              <a:rPr dirty="0" sz="2450" spc="-20" b="1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450" spc="35" b="1">
                <a:solidFill>
                  <a:srgbClr val="262528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8588" y="5574684"/>
            <a:ext cx="133286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140" b="1">
                <a:solidFill>
                  <a:srgbClr val="262528"/>
                </a:solidFill>
                <a:latin typeface="Arial"/>
                <a:cs typeface="Arial"/>
              </a:rPr>
              <a:t>Sprint</a:t>
            </a:r>
            <a:r>
              <a:rPr dirty="0" sz="2450" spc="95" b="1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450" spc="110" b="1">
                <a:solidFill>
                  <a:srgbClr val="262528"/>
                </a:solidFill>
                <a:latin typeface="Arial"/>
                <a:cs typeface="Arial"/>
              </a:rPr>
              <a:t>2</a:t>
            </a:r>
            <a:endParaRPr sz="2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707300" y="5796069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654" y="0"/>
                </a:lnTo>
              </a:path>
            </a:pathLst>
          </a:custGeom>
          <a:ln w="7874">
            <a:solidFill>
              <a:srgbClr val="EAC94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313489" y="5796069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 h="0">
                <a:moveTo>
                  <a:pt x="0" y="0"/>
                </a:moveTo>
                <a:lnTo>
                  <a:pt x="173039" y="0"/>
                </a:lnTo>
              </a:path>
            </a:pathLst>
          </a:custGeom>
          <a:ln w="7874">
            <a:solidFill>
              <a:srgbClr val="EAC94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11605538" y="5878756"/>
            <a:ext cx="1024255" cy="8255"/>
            <a:chOff x="11605538" y="5878756"/>
            <a:chExt cx="1024255" cy="8255"/>
          </a:xfrm>
        </p:grpSpPr>
        <p:sp>
          <p:nvSpPr>
            <p:cNvPr id="20" name="object 20"/>
            <p:cNvSpPr/>
            <p:nvPr/>
          </p:nvSpPr>
          <p:spPr>
            <a:xfrm>
              <a:off x="11605538" y="5882694"/>
              <a:ext cx="180975" cy="0"/>
            </a:xfrm>
            <a:custGeom>
              <a:avLst/>
              <a:gdLst/>
              <a:ahLst/>
              <a:cxnLst/>
              <a:rect l="l" t="t" r="r" b="b"/>
              <a:pathLst>
                <a:path w="180975" h="0">
                  <a:moveTo>
                    <a:pt x="0" y="0"/>
                  </a:moveTo>
                  <a:lnTo>
                    <a:pt x="180904" y="0"/>
                  </a:lnTo>
                </a:path>
              </a:pathLst>
            </a:custGeom>
            <a:ln w="7874">
              <a:solidFill>
                <a:srgbClr val="EAC94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784075" y="5882694"/>
              <a:ext cx="692785" cy="0"/>
            </a:xfrm>
            <a:custGeom>
              <a:avLst/>
              <a:gdLst/>
              <a:ahLst/>
              <a:cxnLst/>
              <a:rect l="l" t="t" r="r" b="b"/>
              <a:pathLst>
                <a:path w="692784" h="0">
                  <a:moveTo>
                    <a:pt x="0" y="0"/>
                  </a:moveTo>
                  <a:lnTo>
                    <a:pt x="692157" y="0"/>
                  </a:lnTo>
                </a:path>
              </a:pathLst>
            </a:custGeom>
            <a:ln w="7874">
              <a:solidFill>
                <a:srgbClr val="D228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511226" y="5882694"/>
              <a:ext cx="118110" cy="0"/>
            </a:xfrm>
            <a:custGeom>
              <a:avLst/>
              <a:gdLst/>
              <a:ahLst/>
              <a:cxnLst/>
              <a:rect l="l" t="t" r="r" b="b"/>
              <a:pathLst>
                <a:path w="118109" h="0">
                  <a:moveTo>
                    <a:pt x="0" y="0"/>
                  </a:moveTo>
                  <a:lnTo>
                    <a:pt x="117981" y="0"/>
                  </a:lnTo>
                </a:path>
              </a:pathLst>
            </a:custGeom>
            <a:ln w="7874">
              <a:solidFill>
                <a:srgbClr val="EAC9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1567447" y="5397497"/>
            <a:ext cx="111760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950" spc="-245">
                <a:solidFill>
                  <a:srgbClr val="EAC94A"/>
                </a:solidFill>
                <a:latin typeface="Times New Roman"/>
                <a:cs typeface="Times New Roman"/>
              </a:rPr>
              <a:t>l</a:t>
            </a:r>
            <a:r>
              <a:rPr dirty="0" baseline="12544" sz="4650" spc="-367">
                <a:solidFill>
                  <a:srgbClr val="EAC94A"/>
                </a:solidFill>
                <a:latin typeface="Arial"/>
                <a:cs typeface="Arial"/>
              </a:rPr>
              <a:t>-</a:t>
            </a:r>
            <a:r>
              <a:rPr dirty="0" sz="1500" spc="70" b="1">
                <a:solidFill>
                  <a:srgbClr val="D22825"/>
                </a:solidFill>
                <a:latin typeface="Arial"/>
                <a:cs typeface="Arial"/>
              </a:rPr>
              <a:t>Núcl</a:t>
            </a:r>
            <a:r>
              <a:rPr dirty="0" sz="1500" spc="-300" b="1">
                <a:solidFill>
                  <a:srgbClr val="D22825"/>
                </a:solidFill>
                <a:latin typeface="Arial"/>
                <a:cs typeface="Arial"/>
              </a:rPr>
              <a:t>e</a:t>
            </a:r>
            <a:r>
              <a:rPr dirty="0" baseline="10510" sz="5550" spc="-2467">
                <a:solidFill>
                  <a:srgbClr val="EAC94A"/>
                </a:solidFill>
                <a:latin typeface="Courier New"/>
                <a:cs typeface="Courier New"/>
              </a:rPr>
              <a:t>'</a:t>
            </a:r>
            <a:r>
              <a:rPr dirty="0" sz="1500" spc="190" b="1">
                <a:solidFill>
                  <a:srgbClr val="D22825"/>
                </a:solidFill>
                <a:latin typeface="Arial"/>
                <a:cs typeface="Arial"/>
              </a:rPr>
              <a:t>o</a:t>
            </a:r>
            <a:r>
              <a:rPr dirty="0" sz="900" spc="70" i="1">
                <a:solidFill>
                  <a:srgbClr val="EAC94A"/>
                </a:solidFill>
                <a:latin typeface="Arial"/>
                <a:cs typeface="Arial"/>
              </a:rPr>
              <a:t>,,1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35860" y="6145619"/>
            <a:ext cx="55880" cy="186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solidFill>
                  <a:srgbClr val="262528"/>
                </a:solidFill>
                <a:latin typeface="Times New Roman"/>
                <a:cs typeface="Times New Roman"/>
              </a:rPr>
              <a:t>,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615272" y="6284566"/>
          <a:ext cx="15226665" cy="1878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4845"/>
                <a:gridCol w="6278245"/>
                <a:gridCol w="4398009"/>
              </a:tblGrid>
              <a:tr h="412115">
                <a:tc>
                  <a:txBody>
                    <a:bodyPr/>
                    <a:lstStyle/>
                    <a:p>
                      <a:pPr marL="31750">
                        <a:lnSpc>
                          <a:spcPts val="2185"/>
                        </a:lnSpc>
                      </a:pP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Configuración</a:t>
                      </a:r>
                      <a:r>
                        <a:rPr dirty="0" sz="1950" spc="-1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8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entorno.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48789" indent="-356870">
                        <a:lnSpc>
                          <a:spcPts val="2250"/>
                        </a:lnSpc>
                        <a:buClr>
                          <a:srgbClr val="F7C213"/>
                        </a:buClr>
                        <a:buChar char="•"/>
                        <a:tabLst>
                          <a:tab pos="1748789" algn="l"/>
                        </a:tabLst>
                      </a:pPr>
                      <a:r>
                        <a:rPr dirty="0" sz="1950" spc="-8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Lógica</a:t>
                      </a:r>
                      <a:r>
                        <a:rPr dirty="0" sz="1950" spc="-3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7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3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Ordenes</a:t>
                      </a:r>
                      <a:r>
                        <a:rPr dirty="0" sz="1950" spc="-10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2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Trabajo.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51635">
                        <a:lnSpc>
                          <a:spcPts val="2250"/>
                        </a:lnSpc>
                      </a:pP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Reportabilidad</a:t>
                      </a:r>
                      <a:r>
                        <a:rPr dirty="0" sz="1950" spc="-10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básica.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5270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Modelo</a:t>
                      </a:r>
                      <a:r>
                        <a:rPr dirty="0" sz="1950" spc="-6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04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datos</a:t>
                      </a:r>
                      <a:r>
                        <a:rPr dirty="0" sz="1950" spc="-1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(Usuarios).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 marL="4635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Gestión</a:t>
                      </a:r>
                      <a:r>
                        <a:rPr dirty="0" sz="1950" spc="-114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3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04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Estados</a:t>
                      </a:r>
                      <a:r>
                        <a:rPr dirty="0" sz="1950" spc="-9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7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OT.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marL="1652270" indent="-355600">
                        <a:lnSpc>
                          <a:spcPct val="100000"/>
                        </a:lnSpc>
                        <a:spcBef>
                          <a:spcPts val="875"/>
                        </a:spcBef>
                        <a:buClr>
                          <a:srgbClr val="F7C213"/>
                        </a:buClr>
                        <a:buChar char="•"/>
                        <a:tabLst>
                          <a:tab pos="1652270" algn="l"/>
                        </a:tabLst>
                      </a:pPr>
                      <a:r>
                        <a:rPr dirty="0" sz="1950" spc="-4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Pruebas</a:t>
                      </a:r>
                      <a:r>
                        <a:rPr dirty="0" sz="1950" spc="-7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6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integración.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11125"/>
                </a:tc>
              </a:tr>
              <a:tr h="523240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950" spc="-8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Sistema</a:t>
                      </a:r>
                      <a:r>
                        <a:rPr dirty="0" sz="1950" spc="-1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4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Autenticación.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95250"/>
                </a:tc>
                <a:tc>
                  <a:txBody>
                    <a:bodyPr/>
                    <a:lstStyle/>
                    <a:p>
                      <a:pPr algn="ctr" marR="25781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950" spc="-3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Asignación</a:t>
                      </a:r>
                      <a:r>
                        <a:rPr dirty="0" sz="1950" spc="-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30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Técnicos.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95250"/>
                </a:tc>
                <a:tc>
                  <a:txBody>
                    <a:bodyPr/>
                    <a:lstStyle/>
                    <a:p>
                      <a:pPr marL="16510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950" spc="-2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Corrección</a:t>
                      </a:r>
                      <a:r>
                        <a:rPr dirty="0" sz="1950" spc="-6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0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errores.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95250"/>
                </a:tc>
              </a:tr>
              <a:tr h="415925">
                <a:tc>
                  <a:txBody>
                    <a:bodyPr/>
                    <a:lstStyle/>
                    <a:p>
                      <a:pPr marL="31750">
                        <a:lnSpc>
                          <a:spcPts val="2330"/>
                        </a:lnSpc>
                        <a:spcBef>
                          <a:spcPts val="844"/>
                        </a:spcBef>
                      </a:pPr>
                      <a:r>
                        <a:rPr dirty="0" sz="1950" spc="-2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CRUD</a:t>
                      </a:r>
                      <a:r>
                        <a:rPr dirty="0" sz="1950" spc="-20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8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3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Entidades</a:t>
                      </a:r>
                      <a:r>
                        <a:rPr dirty="0" sz="1950" spc="-5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base.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07314"/>
                </a:tc>
                <a:tc>
                  <a:txBody>
                    <a:bodyPr/>
                    <a:lstStyle/>
                    <a:p>
                      <a:pPr algn="ctr" marR="313690">
                        <a:lnSpc>
                          <a:spcPts val="2330"/>
                        </a:lnSpc>
                        <a:spcBef>
                          <a:spcPts val="844"/>
                        </a:spcBef>
                      </a:pP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Vistas</a:t>
                      </a:r>
                      <a:r>
                        <a:rPr dirty="0" sz="1950" spc="-12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3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-229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Operaciones.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07314"/>
                </a:tc>
                <a:tc>
                  <a:txBody>
                    <a:bodyPr/>
                    <a:lstStyle/>
                    <a:p>
                      <a:pPr marL="1652270" indent="-355600">
                        <a:lnSpc>
                          <a:spcPts val="2270"/>
                        </a:lnSpc>
                        <a:spcBef>
                          <a:spcPts val="905"/>
                        </a:spcBef>
                        <a:buClr>
                          <a:srgbClr val="F7C213"/>
                        </a:buClr>
                        <a:buChar char="•"/>
                        <a:tabLst>
                          <a:tab pos="1652270" algn="l"/>
                        </a:tabLst>
                      </a:pPr>
                      <a:r>
                        <a:rPr dirty="0" sz="1950" spc="-4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Despliegue</a:t>
                      </a:r>
                      <a:r>
                        <a:rPr dirty="0" sz="1950" spc="-10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 a </a:t>
                      </a:r>
                      <a:r>
                        <a:rPr dirty="0" sz="1950" spc="-10">
                          <a:solidFill>
                            <a:srgbClr val="262528"/>
                          </a:solidFill>
                          <a:latin typeface="Arial"/>
                          <a:cs typeface="Arial"/>
                        </a:rPr>
                        <a:t>Producción.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14935"/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13630822" y="5574684"/>
            <a:ext cx="132143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140" b="1">
                <a:solidFill>
                  <a:srgbClr val="262528"/>
                </a:solidFill>
                <a:latin typeface="Arial"/>
                <a:cs typeface="Arial"/>
              </a:rPr>
              <a:t>Sprint</a:t>
            </a:r>
            <a:r>
              <a:rPr dirty="0" sz="2450" b="1">
                <a:solidFill>
                  <a:srgbClr val="262528"/>
                </a:solidFill>
                <a:latin typeface="Arial"/>
                <a:cs typeface="Arial"/>
              </a:rPr>
              <a:t> </a:t>
            </a:r>
            <a:r>
              <a:rPr dirty="0" sz="2450" spc="110" b="1">
                <a:solidFill>
                  <a:srgbClr val="262528"/>
                </a:solidFill>
                <a:latin typeface="Arial"/>
                <a:cs typeface="Arial"/>
              </a:rPr>
              <a:t>3</a:t>
            </a:r>
            <a:endParaRPr sz="24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875733" y="5874818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4" h="0">
                <a:moveTo>
                  <a:pt x="0" y="0"/>
                </a:moveTo>
                <a:lnTo>
                  <a:pt x="173039" y="0"/>
                </a:lnTo>
              </a:path>
              <a:path w="982344" h="0">
                <a:moveTo>
                  <a:pt x="189973" y="0"/>
                </a:moveTo>
                <a:lnTo>
                  <a:pt x="981755" y="0"/>
                </a:lnTo>
              </a:path>
            </a:pathLst>
          </a:custGeom>
          <a:ln w="7870">
            <a:solidFill>
              <a:srgbClr val="EAC94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7863041" y="5295122"/>
            <a:ext cx="1010919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120" b="1">
                <a:solidFill>
                  <a:srgbClr val="EAC94A"/>
                </a:solidFill>
                <a:latin typeface="Arial"/>
                <a:cs typeface="Arial"/>
              </a:rPr>
              <a:t>e</a:t>
            </a:r>
            <a:r>
              <a:rPr dirty="0" sz="1500" spc="-120" b="1">
                <a:solidFill>
                  <a:srgbClr val="D22825"/>
                </a:solidFill>
                <a:latin typeface="Arial"/>
                <a:cs typeface="Arial"/>
              </a:rPr>
              <a:t>Cierre</a:t>
            </a:r>
            <a:r>
              <a:rPr dirty="0" sz="1500" spc="-120" b="1">
                <a:solidFill>
                  <a:srgbClr val="EAC94A"/>
                </a:solidFill>
                <a:latin typeface="Arial"/>
                <a:cs typeface="Arial"/>
              </a:rPr>
              <a:t>�)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588" y="920382"/>
            <a:ext cx="101811" cy="8298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2743" y="1099552"/>
            <a:ext cx="524143" cy="4847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0989" y="1086351"/>
            <a:ext cx="1940084" cy="4979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9781" y="1086351"/>
            <a:ext cx="395935" cy="4979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5360" y="1086351"/>
            <a:ext cx="395935" cy="49790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673395" y="2482005"/>
            <a:ext cx="0" cy="1179195"/>
          </a:xfrm>
          <a:custGeom>
            <a:avLst/>
            <a:gdLst/>
            <a:ahLst/>
            <a:cxnLst/>
            <a:rect l="l" t="t" r="r" b="b"/>
            <a:pathLst>
              <a:path w="0" h="1179195">
                <a:moveTo>
                  <a:pt x="0" y="117876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315483" y="2676264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09" h="0">
                <a:moveTo>
                  <a:pt x="0" y="0"/>
                </a:moveTo>
                <a:lnTo>
                  <a:pt x="1146327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217860" y="2676264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19" h="0">
                <a:moveTo>
                  <a:pt x="0" y="0"/>
                </a:moveTo>
                <a:lnTo>
                  <a:pt x="1201004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8851989" y="2676264"/>
            <a:ext cx="3237865" cy="73660"/>
            <a:chOff x="8851989" y="2676264"/>
            <a:chExt cx="3237865" cy="73660"/>
          </a:xfrm>
        </p:grpSpPr>
        <p:sp>
          <p:nvSpPr>
            <p:cNvPr id="11" name="object 11"/>
            <p:cNvSpPr/>
            <p:nvPr/>
          </p:nvSpPr>
          <p:spPr>
            <a:xfrm>
              <a:off x="8851989" y="2740389"/>
              <a:ext cx="3237865" cy="0"/>
            </a:xfrm>
            <a:custGeom>
              <a:avLst/>
              <a:gdLst/>
              <a:ahLst/>
              <a:cxnLst/>
              <a:rect l="l" t="t" r="r" b="b"/>
              <a:pathLst>
                <a:path w="3237865" h="0">
                  <a:moveTo>
                    <a:pt x="0" y="0"/>
                  </a:moveTo>
                  <a:lnTo>
                    <a:pt x="3237245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267197" y="2676264"/>
              <a:ext cx="0" cy="73660"/>
            </a:xfrm>
            <a:custGeom>
              <a:avLst/>
              <a:gdLst/>
              <a:ahLst/>
              <a:cxnLst/>
              <a:rect l="l" t="t" r="r" b="b"/>
              <a:pathLst>
                <a:path w="0" h="73660">
                  <a:moveTo>
                    <a:pt x="0" y="735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2196702" y="2810172"/>
            <a:ext cx="558165" cy="0"/>
          </a:xfrm>
          <a:custGeom>
            <a:avLst/>
            <a:gdLst/>
            <a:ahLst/>
            <a:cxnLst/>
            <a:rect l="l" t="t" r="r" b="b"/>
            <a:pathLst>
              <a:path w="558165" h="0">
                <a:moveTo>
                  <a:pt x="0" y="0"/>
                </a:moveTo>
                <a:lnTo>
                  <a:pt x="55808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4214088" y="2676264"/>
            <a:ext cx="330200" cy="683260"/>
            <a:chOff x="14214088" y="2676264"/>
            <a:chExt cx="330200" cy="683260"/>
          </a:xfrm>
        </p:grpSpPr>
        <p:sp>
          <p:nvSpPr>
            <p:cNvPr id="15" name="object 15"/>
            <p:cNvSpPr/>
            <p:nvPr/>
          </p:nvSpPr>
          <p:spPr>
            <a:xfrm>
              <a:off x="14217859" y="2676264"/>
              <a:ext cx="0" cy="683260"/>
            </a:xfrm>
            <a:custGeom>
              <a:avLst/>
              <a:gdLst/>
              <a:ahLst/>
              <a:cxnLst/>
              <a:rect l="l" t="t" r="r" b="b"/>
              <a:pathLst>
                <a:path w="0" h="683260">
                  <a:moveTo>
                    <a:pt x="0" y="682737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214088" y="2810172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 h="0">
                  <a:moveTo>
                    <a:pt x="0" y="0"/>
                  </a:moveTo>
                  <a:lnTo>
                    <a:pt x="32994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15328365" y="2672492"/>
            <a:ext cx="0" cy="648970"/>
          </a:xfrm>
          <a:custGeom>
            <a:avLst/>
            <a:gdLst/>
            <a:ahLst/>
            <a:cxnLst/>
            <a:rect l="l" t="t" r="r" b="b"/>
            <a:pathLst>
              <a:path w="0" h="648970">
                <a:moveTo>
                  <a:pt x="0" y="64878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15567812" y="2676264"/>
            <a:ext cx="4536440" cy="73660"/>
            <a:chOff x="15567812" y="2676264"/>
            <a:chExt cx="4536440" cy="73660"/>
          </a:xfrm>
        </p:grpSpPr>
        <p:sp>
          <p:nvSpPr>
            <p:cNvPr id="19" name="object 19"/>
            <p:cNvSpPr/>
            <p:nvPr/>
          </p:nvSpPr>
          <p:spPr>
            <a:xfrm>
              <a:off x="15567812" y="2734730"/>
              <a:ext cx="4536440" cy="11430"/>
            </a:xfrm>
            <a:custGeom>
              <a:avLst/>
              <a:gdLst/>
              <a:ahLst/>
              <a:cxnLst/>
              <a:rect l="l" t="t" r="r" b="b"/>
              <a:pathLst>
                <a:path w="4536440" h="11430">
                  <a:moveTo>
                    <a:pt x="4536287" y="11316"/>
                  </a:moveTo>
                  <a:lnTo>
                    <a:pt x="0" y="11316"/>
                  </a:lnTo>
                  <a:lnTo>
                    <a:pt x="0" y="0"/>
                  </a:lnTo>
                  <a:lnTo>
                    <a:pt x="4536287" y="0"/>
                  </a:lnTo>
                  <a:lnTo>
                    <a:pt x="4536287" y="11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713406" y="2676264"/>
              <a:ext cx="954405" cy="73660"/>
            </a:xfrm>
            <a:custGeom>
              <a:avLst/>
              <a:gdLst/>
              <a:ahLst/>
              <a:cxnLst/>
              <a:rect l="l" t="t" r="r" b="b"/>
              <a:pathLst>
                <a:path w="954405" h="73660">
                  <a:moveTo>
                    <a:pt x="0" y="73554"/>
                  </a:moveTo>
                  <a:lnTo>
                    <a:pt x="0" y="0"/>
                  </a:lnTo>
                </a:path>
                <a:path w="954405" h="73660">
                  <a:moveTo>
                    <a:pt x="954016" y="73554"/>
                  </a:moveTo>
                  <a:lnTo>
                    <a:pt x="9540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11267196" y="2730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12754783" y="2740389"/>
            <a:ext cx="713105" cy="577215"/>
            <a:chOff x="12754783" y="2740389"/>
            <a:chExt cx="713105" cy="577215"/>
          </a:xfrm>
        </p:grpSpPr>
        <p:sp>
          <p:nvSpPr>
            <p:cNvPr id="23" name="object 23"/>
            <p:cNvSpPr/>
            <p:nvPr/>
          </p:nvSpPr>
          <p:spPr>
            <a:xfrm>
              <a:off x="12754783" y="2810171"/>
              <a:ext cx="260350" cy="0"/>
            </a:xfrm>
            <a:custGeom>
              <a:avLst/>
              <a:gdLst/>
              <a:ahLst/>
              <a:cxnLst/>
              <a:rect l="l" t="t" r="r" b="b"/>
              <a:pathLst>
                <a:path w="260350" h="0">
                  <a:moveTo>
                    <a:pt x="0" y="0"/>
                  </a:moveTo>
                  <a:lnTo>
                    <a:pt x="260186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014969" y="281017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 h="0">
                  <a:moveTo>
                    <a:pt x="0" y="0"/>
                  </a:moveTo>
                  <a:lnTo>
                    <a:pt x="45249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461811" y="2740389"/>
              <a:ext cx="0" cy="577215"/>
            </a:xfrm>
            <a:custGeom>
              <a:avLst/>
              <a:gdLst/>
              <a:ahLst/>
              <a:cxnLst/>
              <a:rect l="l" t="t" r="r" b="b"/>
              <a:pathLst>
                <a:path w="0" h="577214">
                  <a:moveTo>
                    <a:pt x="0" y="577121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14544036" y="2807342"/>
            <a:ext cx="875030" cy="5715"/>
            <a:chOff x="14544036" y="2807342"/>
            <a:chExt cx="875030" cy="5715"/>
          </a:xfrm>
        </p:grpSpPr>
        <p:sp>
          <p:nvSpPr>
            <p:cNvPr id="27" name="object 27"/>
            <p:cNvSpPr/>
            <p:nvPr/>
          </p:nvSpPr>
          <p:spPr>
            <a:xfrm>
              <a:off x="14544036" y="2810172"/>
              <a:ext cx="384810" cy="0"/>
            </a:xfrm>
            <a:custGeom>
              <a:avLst/>
              <a:gdLst/>
              <a:ahLst/>
              <a:cxnLst/>
              <a:rect l="l" t="t" r="r" b="b"/>
              <a:pathLst>
                <a:path w="384809" h="0">
                  <a:moveTo>
                    <a:pt x="0" y="0"/>
                  </a:moveTo>
                  <a:lnTo>
                    <a:pt x="384623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928659" y="2810172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19" h="0">
                  <a:moveTo>
                    <a:pt x="0" y="0"/>
                  </a:moveTo>
                  <a:lnTo>
                    <a:pt x="4902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16893254" y="2730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713405" y="2730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039582" y="2730959"/>
            <a:ext cx="0" cy="930275"/>
          </a:xfrm>
          <a:custGeom>
            <a:avLst/>
            <a:gdLst/>
            <a:ahLst/>
            <a:cxnLst/>
            <a:rect l="l" t="t" r="r" b="b"/>
            <a:pathLst>
              <a:path w="0" h="930275">
                <a:moveTo>
                  <a:pt x="0" y="92980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667423" y="2730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267196" y="2810172"/>
            <a:ext cx="0" cy="240029"/>
          </a:xfrm>
          <a:custGeom>
            <a:avLst/>
            <a:gdLst/>
            <a:ahLst/>
            <a:cxnLst/>
            <a:rect l="l" t="t" r="r" b="b"/>
            <a:pathLst>
              <a:path w="0" h="240030">
                <a:moveTo>
                  <a:pt x="0" y="2395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315483" y="2810172"/>
            <a:ext cx="0" cy="123189"/>
          </a:xfrm>
          <a:custGeom>
            <a:avLst/>
            <a:gdLst/>
            <a:ahLst/>
            <a:cxnLst/>
            <a:rect l="l" t="t" r="r" b="b"/>
            <a:pathLst>
              <a:path w="0" h="123189">
                <a:moveTo>
                  <a:pt x="0" y="12259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458040" y="2932763"/>
            <a:ext cx="765810" cy="0"/>
          </a:xfrm>
          <a:custGeom>
            <a:avLst/>
            <a:gdLst/>
            <a:ahLst/>
            <a:cxnLst/>
            <a:rect l="l" t="t" r="r" b="b"/>
            <a:pathLst>
              <a:path w="765809" h="0">
                <a:moveTo>
                  <a:pt x="0" y="0"/>
                </a:moveTo>
                <a:lnTo>
                  <a:pt x="76547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893254" y="2810172"/>
            <a:ext cx="0" cy="518795"/>
          </a:xfrm>
          <a:custGeom>
            <a:avLst/>
            <a:gdLst/>
            <a:ahLst/>
            <a:cxnLst/>
            <a:rect l="l" t="t" r="r" b="b"/>
            <a:pathLst>
              <a:path w="0" h="518795">
                <a:moveTo>
                  <a:pt x="0" y="5186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7713405" y="2810172"/>
            <a:ext cx="0" cy="518795"/>
          </a:xfrm>
          <a:custGeom>
            <a:avLst/>
            <a:gdLst/>
            <a:ahLst/>
            <a:cxnLst/>
            <a:rect l="l" t="t" r="r" b="b"/>
            <a:pathLst>
              <a:path w="0" h="518795">
                <a:moveTo>
                  <a:pt x="0" y="5186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667423" y="2810172"/>
            <a:ext cx="0" cy="518795"/>
          </a:xfrm>
          <a:custGeom>
            <a:avLst/>
            <a:gdLst/>
            <a:ahLst/>
            <a:cxnLst/>
            <a:rect l="l" t="t" r="r" b="b"/>
            <a:pathLst>
              <a:path w="0" h="518795">
                <a:moveTo>
                  <a:pt x="0" y="5186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851989" y="3040265"/>
            <a:ext cx="3237865" cy="0"/>
          </a:xfrm>
          <a:custGeom>
            <a:avLst/>
            <a:gdLst/>
            <a:ahLst/>
            <a:cxnLst/>
            <a:rect l="l" t="t" r="r" b="b"/>
            <a:pathLst>
              <a:path w="3237865" h="0">
                <a:moveTo>
                  <a:pt x="0" y="0"/>
                </a:moveTo>
                <a:lnTo>
                  <a:pt x="3237245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315483" y="2932763"/>
            <a:ext cx="0" cy="107950"/>
          </a:xfrm>
          <a:custGeom>
            <a:avLst/>
            <a:gdLst/>
            <a:ahLst/>
            <a:cxnLst/>
            <a:rect l="l" t="t" r="r" b="b"/>
            <a:pathLst>
              <a:path w="0" h="107950">
                <a:moveTo>
                  <a:pt x="0" y="10750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15567812" y="2932763"/>
            <a:ext cx="4536440" cy="426720"/>
            <a:chOff x="15567812" y="2932763"/>
            <a:chExt cx="4536440" cy="426720"/>
          </a:xfrm>
        </p:grpSpPr>
        <p:sp>
          <p:nvSpPr>
            <p:cNvPr id="42" name="object 42"/>
            <p:cNvSpPr/>
            <p:nvPr/>
          </p:nvSpPr>
          <p:spPr>
            <a:xfrm>
              <a:off x="19229274" y="2932763"/>
              <a:ext cx="0" cy="426720"/>
            </a:xfrm>
            <a:custGeom>
              <a:avLst/>
              <a:gdLst/>
              <a:ahLst/>
              <a:cxnLst/>
              <a:rect l="l" t="t" r="r" b="b"/>
              <a:pathLst>
                <a:path w="0" h="426720">
                  <a:moveTo>
                    <a:pt x="0" y="426239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5567812" y="3040265"/>
              <a:ext cx="4281805" cy="0"/>
            </a:xfrm>
            <a:custGeom>
              <a:avLst/>
              <a:gdLst/>
              <a:ahLst/>
              <a:cxnLst/>
              <a:rect l="l" t="t" r="r" b="b"/>
              <a:pathLst>
                <a:path w="4281805" h="0">
                  <a:moveTo>
                    <a:pt x="0" y="0"/>
                  </a:moveTo>
                  <a:lnTo>
                    <a:pt x="4281761" y="0"/>
                  </a:lnTo>
                </a:path>
              </a:pathLst>
            </a:custGeom>
            <a:ln w="15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9849573" y="3037436"/>
              <a:ext cx="254635" cy="5715"/>
            </a:xfrm>
            <a:custGeom>
              <a:avLst/>
              <a:gdLst/>
              <a:ahLst/>
              <a:cxnLst/>
              <a:rect l="l" t="t" r="r" b="b"/>
              <a:pathLst>
                <a:path w="254634" h="5714">
                  <a:moveTo>
                    <a:pt x="254526" y="5658"/>
                  </a:moveTo>
                  <a:lnTo>
                    <a:pt x="0" y="5658"/>
                  </a:lnTo>
                  <a:lnTo>
                    <a:pt x="0" y="0"/>
                  </a:lnTo>
                  <a:lnTo>
                    <a:pt x="254526" y="0"/>
                  </a:lnTo>
                  <a:lnTo>
                    <a:pt x="254526" y="56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11267196" y="3030835"/>
            <a:ext cx="0" cy="92710"/>
          </a:xfrm>
          <a:custGeom>
            <a:avLst/>
            <a:gdLst/>
            <a:ahLst/>
            <a:cxnLst/>
            <a:rect l="l" t="t" r="r" b="b"/>
            <a:pathLst>
              <a:path w="0" h="92710">
                <a:moveTo>
                  <a:pt x="0" y="9241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315483" y="3040265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5">
                <a:moveTo>
                  <a:pt x="0" y="27724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267196" y="3123250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20557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315483" y="3232639"/>
            <a:ext cx="1152525" cy="0"/>
          </a:xfrm>
          <a:custGeom>
            <a:avLst/>
            <a:gdLst/>
            <a:ahLst/>
            <a:cxnLst/>
            <a:rect l="l" t="t" r="r" b="b"/>
            <a:pathLst>
              <a:path w="1152525" h="0">
                <a:moveTo>
                  <a:pt x="0" y="0"/>
                </a:moveTo>
                <a:lnTo>
                  <a:pt x="11519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851989" y="3317510"/>
            <a:ext cx="3237865" cy="0"/>
          </a:xfrm>
          <a:custGeom>
            <a:avLst/>
            <a:gdLst/>
            <a:ahLst/>
            <a:cxnLst/>
            <a:rect l="l" t="t" r="r" b="b"/>
            <a:pathLst>
              <a:path w="3237865" h="0">
                <a:moveTo>
                  <a:pt x="0" y="0"/>
                </a:moveTo>
                <a:lnTo>
                  <a:pt x="3237245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0" name="object 50"/>
          <p:cNvGrpSpPr/>
          <p:nvPr/>
        </p:nvGrpSpPr>
        <p:grpSpPr>
          <a:xfrm>
            <a:off x="14214088" y="3311852"/>
            <a:ext cx="5635625" cy="11430"/>
            <a:chOff x="14214088" y="3311852"/>
            <a:chExt cx="5635625" cy="11430"/>
          </a:xfrm>
        </p:grpSpPr>
        <p:sp>
          <p:nvSpPr>
            <p:cNvPr id="51" name="object 51"/>
            <p:cNvSpPr/>
            <p:nvPr/>
          </p:nvSpPr>
          <p:spPr>
            <a:xfrm>
              <a:off x="14214088" y="3317510"/>
              <a:ext cx="1276985" cy="0"/>
            </a:xfrm>
            <a:custGeom>
              <a:avLst/>
              <a:gdLst/>
              <a:ahLst/>
              <a:cxnLst/>
              <a:rect l="l" t="t" r="r" b="b"/>
              <a:pathLst>
                <a:path w="1276984" h="0">
                  <a:moveTo>
                    <a:pt x="0" y="0"/>
                  </a:moveTo>
                  <a:lnTo>
                    <a:pt x="127642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490510" y="3317510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301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5567811" y="3317510"/>
              <a:ext cx="111760" cy="0"/>
            </a:xfrm>
            <a:custGeom>
              <a:avLst/>
              <a:gdLst/>
              <a:ahLst/>
              <a:cxnLst/>
              <a:rect l="l" t="t" r="r" b="b"/>
              <a:pathLst>
                <a:path w="111759" h="0">
                  <a:moveTo>
                    <a:pt x="0" y="0"/>
                  </a:moveTo>
                  <a:lnTo>
                    <a:pt x="1112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5669623" y="3317510"/>
              <a:ext cx="4180204" cy="0"/>
            </a:xfrm>
            <a:custGeom>
              <a:avLst/>
              <a:gdLst/>
              <a:ahLst/>
              <a:cxnLst/>
              <a:rect l="l" t="t" r="r" b="b"/>
              <a:pathLst>
                <a:path w="4180205" h="0">
                  <a:moveTo>
                    <a:pt x="0" y="0"/>
                  </a:moveTo>
                  <a:lnTo>
                    <a:pt x="4179949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/>
          <p:nvPr/>
        </p:nvSpPr>
        <p:spPr>
          <a:xfrm>
            <a:off x="9760756" y="2482005"/>
            <a:ext cx="0" cy="2439035"/>
          </a:xfrm>
          <a:custGeom>
            <a:avLst/>
            <a:gdLst/>
            <a:ahLst/>
            <a:cxnLst/>
            <a:rect l="l" t="t" r="r" b="b"/>
            <a:pathLst>
              <a:path w="0" h="2439035">
                <a:moveTo>
                  <a:pt x="0" y="2438619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054880" y="2482005"/>
            <a:ext cx="0" cy="2439035"/>
          </a:xfrm>
          <a:custGeom>
            <a:avLst/>
            <a:gdLst/>
            <a:ahLst/>
            <a:cxnLst/>
            <a:rect l="l" t="t" r="r" b="b"/>
            <a:pathLst>
              <a:path w="0" h="2439035">
                <a:moveTo>
                  <a:pt x="0" y="2438619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354659" y="2676264"/>
            <a:ext cx="0" cy="2244725"/>
          </a:xfrm>
          <a:custGeom>
            <a:avLst/>
            <a:gdLst/>
            <a:ahLst/>
            <a:cxnLst/>
            <a:rect l="l" t="t" r="r" b="b"/>
            <a:pathLst>
              <a:path w="0" h="2244725">
                <a:moveTo>
                  <a:pt x="0" y="2244359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645012" y="2676264"/>
            <a:ext cx="0" cy="2244725"/>
          </a:xfrm>
          <a:custGeom>
            <a:avLst/>
            <a:gdLst/>
            <a:ahLst/>
            <a:cxnLst/>
            <a:rect l="l" t="t" r="r" b="b"/>
            <a:pathLst>
              <a:path w="0" h="2244725">
                <a:moveTo>
                  <a:pt x="0" y="2244359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942907" y="2730959"/>
            <a:ext cx="0" cy="2082164"/>
          </a:xfrm>
          <a:custGeom>
            <a:avLst/>
            <a:gdLst/>
            <a:ahLst/>
            <a:cxnLst/>
            <a:rect l="l" t="t" r="r" b="b"/>
            <a:pathLst>
              <a:path w="0" h="2082164">
                <a:moveTo>
                  <a:pt x="0" y="2082162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267196" y="3308080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5092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533039" y="2676264"/>
            <a:ext cx="0" cy="2244725"/>
          </a:xfrm>
          <a:custGeom>
            <a:avLst/>
            <a:gdLst/>
            <a:ahLst/>
            <a:cxnLst/>
            <a:rect l="l" t="t" r="r" b="b"/>
            <a:pathLst>
              <a:path w="0" h="2244725">
                <a:moveTo>
                  <a:pt x="0" y="2244359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829048" y="2482005"/>
            <a:ext cx="0" cy="2676525"/>
          </a:xfrm>
          <a:custGeom>
            <a:avLst/>
            <a:gdLst/>
            <a:ahLst/>
            <a:cxnLst/>
            <a:rect l="l" t="t" r="r" b="b"/>
            <a:pathLst>
              <a:path w="0" h="2676525">
                <a:moveTo>
                  <a:pt x="0" y="2676257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4792909" y="3317510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111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5328365" y="3317510"/>
            <a:ext cx="0" cy="41910"/>
          </a:xfrm>
          <a:custGeom>
            <a:avLst/>
            <a:gdLst/>
            <a:ahLst/>
            <a:cxnLst/>
            <a:rect l="l" t="t" r="r" b="b"/>
            <a:pathLst>
              <a:path w="0" h="41910">
                <a:moveTo>
                  <a:pt x="0" y="4149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969403" y="2676264"/>
            <a:ext cx="0" cy="1082675"/>
          </a:xfrm>
          <a:custGeom>
            <a:avLst/>
            <a:gdLst/>
            <a:ahLst/>
            <a:cxnLst/>
            <a:rect l="l" t="t" r="r" b="b"/>
            <a:pathLst>
              <a:path w="0" h="1082675">
                <a:moveTo>
                  <a:pt x="0" y="1082573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6267298" y="2730959"/>
            <a:ext cx="0" cy="930275"/>
          </a:xfrm>
          <a:custGeom>
            <a:avLst/>
            <a:gdLst/>
            <a:ahLst/>
            <a:cxnLst/>
            <a:rect l="l" t="t" r="r" b="b"/>
            <a:pathLst>
              <a:path w="0" h="930275">
                <a:moveTo>
                  <a:pt x="0" y="929806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6567078" y="2676264"/>
            <a:ext cx="0" cy="1082675"/>
          </a:xfrm>
          <a:custGeom>
            <a:avLst/>
            <a:gdLst/>
            <a:ahLst/>
            <a:cxnLst/>
            <a:rect l="l" t="t" r="r" b="b"/>
            <a:pathLst>
              <a:path w="0" h="1082675">
                <a:moveTo>
                  <a:pt x="0" y="1082573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6893254" y="3308080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5092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7155324" y="2482005"/>
            <a:ext cx="0" cy="1181100"/>
          </a:xfrm>
          <a:custGeom>
            <a:avLst/>
            <a:gdLst/>
            <a:ahLst/>
            <a:cxnLst/>
            <a:rect l="l" t="t" r="r" b="b"/>
            <a:pathLst>
              <a:path w="0" h="1181100">
                <a:moveTo>
                  <a:pt x="0" y="1180646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7447564" y="2482005"/>
            <a:ext cx="0" cy="1181100"/>
          </a:xfrm>
          <a:custGeom>
            <a:avLst/>
            <a:gdLst/>
            <a:ahLst/>
            <a:cxnLst/>
            <a:rect l="l" t="t" r="r" b="b"/>
            <a:pathLst>
              <a:path w="0" h="1181100">
                <a:moveTo>
                  <a:pt x="0" y="1180646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7713405" y="3308080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5092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8335590" y="2730959"/>
            <a:ext cx="0" cy="930275"/>
          </a:xfrm>
          <a:custGeom>
            <a:avLst/>
            <a:gdLst/>
            <a:ahLst/>
            <a:cxnLst/>
            <a:rect l="l" t="t" r="r" b="b"/>
            <a:pathLst>
              <a:path w="0" h="930275">
                <a:moveTo>
                  <a:pt x="0" y="929806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8667423" y="3308080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5092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8929494" y="2482005"/>
            <a:ext cx="0" cy="2925445"/>
          </a:xfrm>
          <a:custGeom>
            <a:avLst/>
            <a:gdLst/>
            <a:ahLst/>
            <a:cxnLst/>
            <a:rect l="l" t="t" r="r" b="b"/>
            <a:pathLst>
              <a:path w="0" h="2925445">
                <a:moveTo>
                  <a:pt x="0" y="2925211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1267196" y="3359002"/>
            <a:ext cx="0" cy="132080"/>
          </a:xfrm>
          <a:custGeom>
            <a:avLst/>
            <a:gdLst/>
            <a:ahLst/>
            <a:cxnLst/>
            <a:rect l="l" t="t" r="r" b="b"/>
            <a:pathLst>
              <a:path w="0" h="132079">
                <a:moveTo>
                  <a:pt x="0" y="13202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4217860" y="3359002"/>
            <a:ext cx="0" cy="36195"/>
          </a:xfrm>
          <a:custGeom>
            <a:avLst/>
            <a:gdLst/>
            <a:ahLst/>
            <a:cxnLst/>
            <a:rect l="l" t="t" r="r" b="b"/>
            <a:pathLst>
              <a:path w="0" h="36195">
                <a:moveTo>
                  <a:pt x="0" y="358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6893254" y="3359002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3036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7713405" y="3359002"/>
            <a:ext cx="0" cy="400050"/>
          </a:xfrm>
          <a:custGeom>
            <a:avLst/>
            <a:gdLst/>
            <a:ahLst/>
            <a:cxnLst/>
            <a:rect l="l" t="t" r="r" b="b"/>
            <a:pathLst>
              <a:path w="0" h="400050">
                <a:moveTo>
                  <a:pt x="0" y="39983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8667423" y="3359002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3036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9229274" y="3359002"/>
            <a:ext cx="0" cy="36195"/>
          </a:xfrm>
          <a:custGeom>
            <a:avLst/>
            <a:gdLst/>
            <a:ahLst/>
            <a:cxnLst/>
            <a:rect l="l" t="t" r="r" b="b"/>
            <a:pathLst>
              <a:path w="0" h="36195">
                <a:moveTo>
                  <a:pt x="0" y="358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5328365" y="3394836"/>
            <a:ext cx="0" cy="258445"/>
          </a:xfrm>
          <a:custGeom>
            <a:avLst/>
            <a:gdLst/>
            <a:ahLst/>
            <a:cxnLst/>
            <a:rect l="l" t="t" r="r" b="b"/>
            <a:pathLst>
              <a:path w="0" h="258445">
                <a:moveTo>
                  <a:pt x="0" y="25838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2" name="object 82"/>
          <p:cNvGrpSpPr/>
          <p:nvPr/>
        </p:nvGrpSpPr>
        <p:grpSpPr>
          <a:xfrm>
            <a:off x="8851989" y="3491024"/>
            <a:ext cx="5692140" cy="2190115"/>
            <a:chOff x="8851989" y="3491024"/>
            <a:chExt cx="5692140" cy="2190115"/>
          </a:xfrm>
        </p:grpSpPr>
        <p:sp>
          <p:nvSpPr>
            <p:cNvPr id="83" name="object 83"/>
            <p:cNvSpPr/>
            <p:nvPr/>
          </p:nvSpPr>
          <p:spPr>
            <a:xfrm>
              <a:off x="8851989" y="3653221"/>
              <a:ext cx="5692140" cy="0"/>
            </a:xfrm>
            <a:custGeom>
              <a:avLst/>
              <a:gdLst/>
              <a:ahLst/>
              <a:cxnLst/>
              <a:rect l="l" t="t" r="r" b="b"/>
              <a:pathLst>
                <a:path w="5692140" h="0">
                  <a:moveTo>
                    <a:pt x="0" y="0"/>
                  </a:moveTo>
                  <a:lnTo>
                    <a:pt x="5692046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1267197" y="3491024"/>
              <a:ext cx="2338070" cy="2190115"/>
            </a:xfrm>
            <a:custGeom>
              <a:avLst/>
              <a:gdLst/>
              <a:ahLst/>
              <a:cxnLst/>
              <a:rect l="l" t="t" r="r" b="b"/>
              <a:pathLst>
                <a:path w="2338069" h="2190115">
                  <a:moveTo>
                    <a:pt x="0" y="267814"/>
                  </a:moveTo>
                  <a:lnTo>
                    <a:pt x="0" y="0"/>
                  </a:lnTo>
                </a:path>
                <a:path w="2338069" h="2190115">
                  <a:moveTo>
                    <a:pt x="2337905" y="2189665"/>
                  </a:moveTo>
                  <a:lnTo>
                    <a:pt x="2337905" y="0"/>
                  </a:lnTo>
                </a:path>
              </a:pathLst>
            </a:custGeom>
            <a:ln w="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/>
          <p:nvPr/>
        </p:nvSpPr>
        <p:spPr>
          <a:xfrm>
            <a:off x="15328365" y="3647562"/>
            <a:ext cx="4775835" cy="11430"/>
          </a:xfrm>
          <a:custGeom>
            <a:avLst/>
            <a:gdLst/>
            <a:ahLst/>
            <a:cxnLst/>
            <a:rect l="l" t="t" r="r" b="b"/>
            <a:pathLst>
              <a:path w="4775834" h="11429">
                <a:moveTo>
                  <a:pt x="4775734" y="11316"/>
                </a:moveTo>
                <a:lnTo>
                  <a:pt x="0" y="11316"/>
                </a:lnTo>
                <a:lnTo>
                  <a:pt x="0" y="0"/>
                </a:lnTo>
                <a:lnTo>
                  <a:pt x="4775734" y="0"/>
                </a:lnTo>
                <a:lnTo>
                  <a:pt x="4775734" y="11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089234" y="3643791"/>
            <a:ext cx="0" cy="1459865"/>
          </a:xfrm>
          <a:custGeom>
            <a:avLst/>
            <a:gdLst/>
            <a:ahLst/>
            <a:cxnLst/>
            <a:rect l="l" t="t" r="r" b="b"/>
            <a:pathLst>
              <a:path w="0" h="1459864">
                <a:moveTo>
                  <a:pt x="0" y="14597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421066" y="3643791"/>
            <a:ext cx="0" cy="183515"/>
          </a:xfrm>
          <a:custGeom>
            <a:avLst/>
            <a:gdLst/>
            <a:ahLst/>
            <a:cxnLst/>
            <a:rect l="l" t="t" r="r" b="b"/>
            <a:pathLst>
              <a:path w="0" h="183514">
                <a:moveTo>
                  <a:pt x="0" y="18294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754783" y="3643791"/>
            <a:ext cx="0" cy="1459865"/>
          </a:xfrm>
          <a:custGeom>
            <a:avLst/>
            <a:gdLst/>
            <a:ahLst/>
            <a:cxnLst/>
            <a:rect l="l" t="t" r="r" b="b"/>
            <a:pathLst>
              <a:path w="0" h="1459864">
                <a:moveTo>
                  <a:pt x="0" y="14597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3014969" y="3643791"/>
            <a:ext cx="0" cy="1514475"/>
          </a:xfrm>
          <a:custGeom>
            <a:avLst/>
            <a:gdLst/>
            <a:ahLst/>
            <a:cxnLst/>
            <a:rect l="l" t="t" r="r" b="b"/>
            <a:pathLst>
              <a:path w="0" h="1514475">
                <a:moveTo>
                  <a:pt x="0" y="1514471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3307207" y="3643791"/>
            <a:ext cx="0" cy="1514475"/>
          </a:xfrm>
          <a:custGeom>
            <a:avLst/>
            <a:gdLst/>
            <a:ahLst/>
            <a:cxnLst/>
            <a:rect l="l" t="t" r="r" b="b"/>
            <a:pathLst>
              <a:path w="0" h="1514475">
                <a:moveTo>
                  <a:pt x="0" y="1514471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1267196" y="3758838"/>
            <a:ext cx="0" cy="175895"/>
          </a:xfrm>
          <a:custGeom>
            <a:avLst/>
            <a:gdLst/>
            <a:ahLst/>
            <a:cxnLst/>
            <a:rect l="l" t="t" r="r" b="b"/>
            <a:pathLst>
              <a:path w="0" h="175895">
                <a:moveTo>
                  <a:pt x="0" y="17539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4014236" y="3826735"/>
            <a:ext cx="1553845" cy="0"/>
          </a:xfrm>
          <a:custGeom>
            <a:avLst/>
            <a:gdLst/>
            <a:ahLst/>
            <a:cxnLst/>
            <a:rect l="l" t="t" r="r" b="b"/>
            <a:pathLst>
              <a:path w="1553844" h="0">
                <a:moveTo>
                  <a:pt x="0" y="0"/>
                </a:moveTo>
                <a:lnTo>
                  <a:pt x="15535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6267298" y="3826735"/>
            <a:ext cx="1772285" cy="0"/>
          </a:xfrm>
          <a:custGeom>
            <a:avLst/>
            <a:gdLst/>
            <a:ahLst/>
            <a:cxnLst/>
            <a:rect l="l" t="t" r="r" b="b"/>
            <a:pathLst>
              <a:path w="1772284" h="0">
                <a:moveTo>
                  <a:pt x="0" y="0"/>
                </a:moveTo>
                <a:lnTo>
                  <a:pt x="177228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4" name="object 94"/>
          <p:cNvGrpSpPr/>
          <p:nvPr/>
        </p:nvGrpSpPr>
        <p:grpSpPr>
          <a:xfrm>
            <a:off x="8851989" y="3826735"/>
            <a:ext cx="5075555" cy="203835"/>
            <a:chOff x="8851989" y="3826735"/>
            <a:chExt cx="5075555" cy="203835"/>
          </a:xfrm>
        </p:grpSpPr>
        <p:sp>
          <p:nvSpPr>
            <p:cNvPr id="95" name="object 95"/>
            <p:cNvSpPr/>
            <p:nvPr/>
          </p:nvSpPr>
          <p:spPr>
            <a:xfrm>
              <a:off x="8851989" y="3924807"/>
              <a:ext cx="5075555" cy="0"/>
            </a:xfrm>
            <a:custGeom>
              <a:avLst/>
              <a:gdLst/>
              <a:ahLst/>
              <a:cxnLst/>
              <a:rect l="l" t="t" r="r" b="b"/>
              <a:pathLst>
                <a:path w="5075555" h="0">
                  <a:moveTo>
                    <a:pt x="0" y="0"/>
                  </a:moveTo>
                  <a:lnTo>
                    <a:pt x="5075517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2421067" y="3826735"/>
              <a:ext cx="0" cy="203835"/>
            </a:xfrm>
            <a:custGeom>
              <a:avLst/>
              <a:gdLst/>
              <a:ahLst/>
              <a:cxnLst/>
              <a:rect l="l" t="t" r="r" b="b"/>
              <a:pathLst>
                <a:path w="0" h="203835">
                  <a:moveTo>
                    <a:pt x="0" y="203689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/>
          <p:nvPr/>
        </p:nvSpPr>
        <p:spPr>
          <a:xfrm>
            <a:off x="14014236" y="3826735"/>
            <a:ext cx="0" cy="977265"/>
          </a:xfrm>
          <a:custGeom>
            <a:avLst/>
            <a:gdLst/>
            <a:ahLst/>
            <a:cxnLst/>
            <a:rect l="l" t="t" r="r" b="b"/>
            <a:pathLst>
              <a:path w="0" h="977264">
                <a:moveTo>
                  <a:pt x="0" y="976956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5567812" y="3826735"/>
            <a:ext cx="0" cy="986790"/>
          </a:xfrm>
          <a:custGeom>
            <a:avLst/>
            <a:gdLst/>
            <a:ahLst/>
            <a:cxnLst/>
            <a:rect l="l" t="t" r="r" b="b"/>
            <a:pathLst>
              <a:path w="0" h="986789">
                <a:moveTo>
                  <a:pt x="0" y="98638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6267298" y="3826735"/>
            <a:ext cx="0" cy="884555"/>
          </a:xfrm>
          <a:custGeom>
            <a:avLst/>
            <a:gdLst/>
            <a:ahLst/>
            <a:cxnLst/>
            <a:rect l="l" t="t" r="r" b="b"/>
            <a:pathLst>
              <a:path w="0" h="884554">
                <a:moveTo>
                  <a:pt x="0" y="884541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8039582" y="3826735"/>
            <a:ext cx="0" cy="886460"/>
          </a:xfrm>
          <a:custGeom>
            <a:avLst/>
            <a:gdLst/>
            <a:ahLst/>
            <a:cxnLst/>
            <a:rect l="l" t="t" r="r" b="b"/>
            <a:pathLst>
              <a:path w="0" h="886460">
                <a:moveTo>
                  <a:pt x="0" y="886427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8335590" y="3919148"/>
            <a:ext cx="1769110" cy="11430"/>
          </a:xfrm>
          <a:custGeom>
            <a:avLst/>
            <a:gdLst/>
            <a:ahLst/>
            <a:cxnLst/>
            <a:rect l="l" t="t" r="r" b="b"/>
            <a:pathLst>
              <a:path w="1769109" h="11429">
                <a:moveTo>
                  <a:pt x="1768509" y="11316"/>
                </a:moveTo>
                <a:lnTo>
                  <a:pt x="0" y="11316"/>
                </a:lnTo>
                <a:lnTo>
                  <a:pt x="0" y="0"/>
                </a:lnTo>
                <a:lnTo>
                  <a:pt x="1768509" y="0"/>
                </a:lnTo>
                <a:lnTo>
                  <a:pt x="1768509" y="11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/>
          <p:cNvGrpSpPr/>
          <p:nvPr/>
        </p:nvGrpSpPr>
        <p:grpSpPr>
          <a:xfrm>
            <a:off x="11264369" y="3915377"/>
            <a:ext cx="5715" cy="262255"/>
            <a:chOff x="11264369" y="3915377"/>
            <a:chExt cx="5715" cy="262255"/>
          </a:xfrm>
        </p:grpSpPr>
        <p:sp>
          <p:nvSpPr>
            <p:cNvPr id="103" name="object 103"/>
            <p:cNvSpPr/>
            <p:nvPr/>
          </p:nvSpPr>
          <p:spPr>
            <a:xfrm>
              <a:off x="11267197" y="3915377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w="0" h="115570">
                  <a:moveTo>
                    <a:pt x="0" y="115047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1267197" y="4030424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w="0" h="147320">
                  <a:moveTo>
                    <a:pt x="0" y="1471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/>
          <p:nvPr/>
        </p:nvSpPr>
        <p:spPr>
          <a:xfrm>
            <a:off x="9758870" y="4030424"/>
            <a:ext cx="3916045" cy="147320"/>
          </a:xfrm>
          <a:custGeom>
            <a:avLst/>
            <a:gdLst/>
            <a:ahLst/>
            <a:cxnLst/>
            <a:rect l="l" t="t" r="r" b="b"/>
            <a:pathLst>
              <a:path w="3916044" h="147320">
                <a:moveTo>
                  <a:pt x="2662195" y="147109"/>
                </a:moveTo>
                <a:lnTo>
                  <a:pt x="2662195" y="0"/>
                </a:lnTo>
              </a:path>
              <a:path w="3916044" h="147320">
                <a:moveTo>
                  <a:pt x="0" y="143337"/>
                </a:moveTo>
                <a:lnTo>
                  <a:pt x="3915992" y="14333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5673395" y="4075689"/>
            <a:ext cx="0" cy="526415"/>
          </a:xfrm>
          <a:custGeom>
            <a:avLst/>
            <a:gdLst/>
            <a:ahLst/>
            <a:cxnLst/>
            <a:rect l="l" t="t" r="r" b="b"/>
            <a:pathLst>
              <a:path w="0" h="526414">
                <a:moveTo>
                  <a:pt x="0" y="52619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1267196" y="4173761"/>
            <a:ext cx="0" cy="106045"/>
          </a:xfrm>
          <a:custGeom>
            <a:avLst/>
            <a:gdLst/>
            <a:ahLst/>
            <a:cxnLst/>
            <a:rect l="l" t="t" r="r" b="b"/>
            <a:pathLst>
              <a:path w="0" h="106045">
                <a:moveTo>
                  <a:pt x="0" y="10561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2421066" y="4173761"/>
            <a:ext cx="0" cy="428625"/>
          </a:xfrm>
          <a:custGeom>
            <a:avLst/>
            <a:gdLst/>
            <a:ahLst/>
            <a:cxnLst/>
            <a:rect l="l" t="t" r="r" b="b"/>
            <a:pathLst>
              <a:path w="0" h="428625">
                <a:moveTo>
                  <a:pt x="0" y="428125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1267196" y="4279378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22632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0" name="object 110"/>
          <p:cNvGrpSpPr/>
          <p:nvPr/>
        </p:nvGrpSpPr>
        <p:grpSpPr>
          <a:xfrm>
            <a:off x="19226446" y="4279378"/>
            <a:ext cx="5715" cy="226695"/>
            <a:chOff x="19226446" y="4279378"/>
            <a:chExt cx="5715" cy="226695"/>
          </a:xfrm>
        </p:grpSpPr>
        <p:sp>
          <p:nvSpPr>
            <p:cNvPr id="111" name="object 111"/>
            <p:cNvSpPr/>
            <p:nvPr/>
          </p:nvSpPr>
          <p:spPr>
            <a:xfrm>
              <a:off x="19229274" y="4279378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w="0" h="102235">
                  <a:moveTo>
                    <a:pt x="0" y="1018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9229274" y="4381223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w="0" h="125095">
                  <a:moveTo>
                    <a:pt x="0" y="124477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" name="object 113"/>
          <p:cNvGrpSpPr/>
          <p:nvPr/>
        </p:nvGrpSpPr>
        <p:grpSpPr>
          <a:xfrm>
            <a:off x="8851989" y="4500985"/>
            <a:ext cx="5075555" cy="5715"/>
            <a:chOff x="8851989" y="4500985"/>
            <a:chExt cx="5075555" cy="5715"/>
          </a:xfrm>
        </p:grpSpPr>
        <p:sp>
          <p:nvSpPr>
            <p:cNvPr id="114" name="object 114"/>
            <p:cNvSpPr/>
            <p:nvPr/>
          </p:nvSpPr>
          <p:spPr>
            <a:xfrm>
              <a:off x="8851989" y="4503814"/>
              <a:ext cx="98425" cy="0"/>
            </a:xfrm>
            <a:custGeom>
              <a:avLst/>
              <a:gdLst/>
              <a:ahLst/>
              <a:cxnLst/>
              <a:rect l="l" t="t" r="r" b="b"/>
              <a:pathLst>
                <a:path w="98425" h="0">
                  <a:moveTo>
                    <a:pt x="0" y="0"/>
                  </a:moveTo>
                  <a:lnTo>
                    <a:pt x="980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950031" y="4503814"/>
              <a:ext cx="488315" cy="0"/>
            </a:xfrm>
            <a:custGeom>
              <a:avLst/>
              <a:gdLst/>
              <a:ahLst/>
              <a:cxnLst/>
              <a:rect l="l" t="t" r="r" b="b"/>
              <a:pathLst>
                <a:path w="488315" h="0">
                  <a:moveTo>
                    <a:pt x="0" y="0"/>
                  </a:moveTo>
                  <a:lnTo>
                    <a:pt x="488320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438351" y="4503814"/>
              <a:ext cx="4489450" cy="0"/>
            </a:xfrm>
            <a:custGeom>
              <a:avLst/>
              <a:gdLst/>
              <a:ahLst/>
              <a:cxnLst/>
              <a:rect l="l" t="t" r="r" b="b"/>
              <a:pathLst>
                <a:path w="4489450" h="0">
                  <a:moveTo>
                    <a:pt x="0" y="0"/>
                  </a:moveTo>
                  <a:lnTo>
                    <a:pt x="44891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/>
          <p:cNvSpPr/>
          <p:nvPr/>
        </p:nvSpPr>
        <p:spPr>
          <a:xfrm>
            <a:off x="15564042" y="4503814"/>
            <a:ext cx="405765" cy="0"/>
          </a:xfrm>
          <a:custGeom>
            <a:avLst/>
            <a:gdLst/>
            <a:ahLst/>
            <a:cxnLst/>
            <a:rect l="l" t="t" r="r" b="b"/>
            <a:pathLst>
              <a:path w="405765" h="0">
                <a:moveTo>
                  <a:pt x="0" y="0"/>
                </a:moveTo>
                <a:lnTo>
                  <a:pt x="40536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/>
          <p:cNvGrpSpPr/>
          <p:nvPr/>
        </p:nvGrpSpPr>
        <p:grpSpPr>
          <a:xfrm>
            <a:off x="18035810" y="4500985"/>
            <a:ext cx="2068830" cy="5715"/>
            <a:chOff x="18035810" y="4500985"/>
            <a:chExt cx="2068830" cy="5715"/>
          </a:xfrm>
        </p:grpSpPr>
        <p:sp>
          <p:nvSpPr>
            <p:cNvPr id="119" name="object 119"/>
            <p:cNvSpPr/>
            <p:nvPr/>
          </p:nvSpPr>
          <p:spPr>
            <a:xfrm>
              <a:off x="18035810" y="4503814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 h="0">
                  <a:moveTo>
                    <a:pt x="0" y="0"/>
                  </a:moveTo>
                  <a:lnTo>
                    <a:pt x="299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8335590" y="4503814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217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8578808" y="4503814"/>
              <a:ext cx="1525905" cy="0"/>
            </a:xfrm>
            <a:custGeom>
              <a:avLst/>
              <a:gdLst/>
              <a:ahLst/>
              <a:cxnLst/>
              <a:rect l="l" t="t" r="r" b="b"/>
              <a:pathLst>
                <a:path w="1525905" h="0">
                  <a:moveTo>
                    <a:pt x="0" y="0"/>
                  </a:moveTo>
                  <a:lnTo>
                    <a:pt x="1525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/>
          <p:cNvGrpSpPr/>
          <p:nvPr/>
        </p:nvGrpSpPr>
        <p:grpSpPr>
          <a:xfrm>
            <a:off x="11264369" y="4503814"/>
            <a:ext cx="5715" cy="306070"/>
            <a:chOff x="11264369" y="4503814"/>
            <a:chExt cx="5715" cy="306070"/>
          </a:xfrm>
        </p:grpSpPr>
        <p:sp>
          <p:nvSpPr>
            <p:cNvPr id="123" name="object 123"/>
            <p:cNvSpPr/>
            <p:nvPr/>
          </p:nvSpPr>
          <p:spPr>
            <a:xfrm>
              <a:off x="11267197" y="4503814"/>
              <a:ext cx="0" cy="98425"/>
            </a:xfrm>
            <a:custGeom>
              <a:avLst/>
              <a:gdLst/>
              <a:ahLst/>
              <a:cxnLst/>
              <a:rect l="l" t="t" r="r" b="b"/>
              <a:pathLst>
                <a:path w="0" h="98425">
                  <a:moveTo>
                    <a:pt x="0" y="98072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1267197" y="4601887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w="0" h="207645">
                  <a:moveTo>
                    <a:pt x="0" y="2074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/>
          <p:nvPr/>
        </p:nvSpPr>
        <p:spPr>
          <a:xfrm>
            <a:off x="12421066" y="4601887"/>
            <a:ext cx="0" cy="109855"/>
          </a:xfrm>
          <a:custGeom>
            <a:avLst/>
            <a:gdLst/>
            <a:ahLst/>
            <a:cxnLst/>
            <a:rect l="l" t="t" r="r" b="b"/>
            <a:pathLst>
              <a:path w="0" h="109854">
                <a:moveTo>
                  <a:pt x="0" y="10938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6263528" y="4711276"/>
            <a:ext cx="1781810" cy="0"/>
          </a:xfrm>
          <a:custGeom>
            <a:avLst/>
            <a:gdLst/>
            <a:ahLst/>
            <a:cxnLst/>
            <a:rect l="l" t="t" r="r" b="b"/>
            <a:pathLst>
              <a:path w="1781809" h="0">
                <a:moveTo>
                  <a:pt x="0" y="0"/>
                </a:moveTo>
                <a:lnTo>
                  <a:pt x="17817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7" name="object 127"/>
          <p:cNvGrpSpPr/>
          <p:nvPr/>
        </p:nvGrpSpPr>
        <p:grpSpPr>
          <a:xfrm>
            <a:off x="8851989" y="4711276"/>
            <a:ext cx="5075555" cy="209550"/>
            <a:chOff x="8851989" y="4711276"/>
            <a:chExt cx="5075555" cy="209550"/>
          </a:xfrm>
        </p:grpSpPr>
        <p:sp>
          <p:nvSpPr>
            <p:cNvPr id="128" name="object 128"/>
            <p:cNvSpPr/>
            <p:nvPr/>
          </p:nvSpPr>
          <p:spPr>
            <a:xfrm>
              <a:off x="8851989" y="4803691"/>
              <a:ext cx="5075555" cy="0"/>
            </a:xfrm>
            <a:custGeom>
              <a:avLst/>
              <a:gdLst/>
              <a:ahLst/>
              <a:cxnLst/>
              <a:rect l="l" t="t" r="r" b="b"/>
              <a:pathLst>
                <a:path w="5075555" h="0">
                  <a:moveTo>
                    <a:pt x="0" y="0"/>
                  </a:moveTo>
                  <a:lnTo>
                    <a:pt x="5075517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2421067" y="4711276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w="0" h="209550">
                  <a:moveTo>
                    <a:pt x="0" y="209347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/>
          <p:nvPr/>
        </p:nvSpPr>
        <p:spPr>
          <a:xfrm>
            <a:off x="14002923" y="4803691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 h="0">
                <a:moveTo>
                  <a:pt x="0" y="0"/>
                </a:moveTo>
                <a:lnTo>
                  <a:pt x="1570544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5750697" y="4803691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 h="0">
                <a:moveTo>
                  <a:pt x="0" y="0"/>
                </a:moveTo>
                <a:lnTo>
                  <a:pt x="218707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16267298" y="4711276"/>
            <a:ext cx="0" cy="92710"/>
          </a:xfrm>
          <a:custGeom>
            <a:avLst/>
            <a:gdLst/>
            <a:ahLst/>
            <a:cxnLst/>
            <a:rect l="l" t="t" r="r" b="b"/>
            <a:pathLst>
              <a:path w="0" h="92710">
                <a:moveTo>
                  <a:pt x="0" y="924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7155324" y="4711276"/>
            <a:ext cx="0" cy="631825"/>
          </a:xfrm>
          <a:custGeom>
            <a:avLst/>
            <a:gdLst/>
            <a:ahLst/>
            <a:cxnLst/>
            <a:rect l="l" t="t" r="r" b="b"/>
            <a:pathLst>
              <a:path w="0" h="631825">
                <a:moveTo>
                  <a:pt x="0" y="631815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7447564" y="4803691"/>
            <a:ext cx="405765" cy="0"/>
          </a:xfrm>
          <a:custGeom>
            <a:avLst/>
            <a:gdLst/>
            <a:ahLst/>
            <a:cxnLst/>
            <a:rect l="l" t="t" r="r" b="b"/>
            <a:pathLst>
              <a:path w="405765" h="0">
                <a:moveTo>
                  <a:pt x="0" y="0"/>
                </a:moveTo>
                <a:lnTo>
                  <a:pt x="405362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8039582" y="4711276"/>
            <a:ext cx="0" cy="92710"/>
          </a:xfrm>
          <a:custGeom>
            <a:avLst/>
            <a:gdLst/>
            <a:ahLst/>
            <a:cxnLst/>
            <a:rect l="l" t="t" r="r" b="b"/>
            <a:pathLst>
              <a:path w="0" h="92710">
                <a:moveTo>
                  <a:pt x="0" y="924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8335590" y="4798032"/>
            <a:ext cx="1769110" cy="11430"/>
          </a:xfrm>
          <a:custGeom>
            <a:avLst/>
            <a:gdLst/>
            <a:ahLst/>
            <a:cxnLst/>
            <a:rect l="l" t="t" r="r" b="b"/>
            <a:pathLst>
              <a:path w="1769109" h="11429">
                <a:moveTo>
                  <a:pt x="1768509" y="11316"/>
                </a:moveTo>
                <a:lnTo>
                  <a:pt x="0" y="11316"/>
                </a:lnTo>
                <a:lnTo>
                  <a:pt x="0" y="0"/>
                </a:lnTo>
                <a:lnTo>
                  <a:pt x="1768509" y="0"/>
                </a:lnTo>
                <a:lnTo>
                  <a:pt x="1768509" y="11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1267196" y="4799919"/>
            <a:ext cx="0" cy="121285"/>
          </a:xfrm>
          <a:custGeom>
            <a:avLst/>
            <a:gdLst/>
            <a:ahLst/>
            <a:cxnLst/>
            <a:rect l="l" t="t" r="r" b="b"/>
            <a:pathLst>
              <a:path w="0" h="121285">
                <a:moveTo>
                  <a:pt x="0" y="120705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14792909" y="4794261"/>
            <a:ext cx="0" cy="549275"/>
          </a:xfrm>
          <a:custGeom>
            <a:avLst/>
            <a:gdLst/>
            <a:ahLst/>
            <a:cxnLst/>
            <a:rect l="l" t="t" r="r" b="b"/>
            <a:pathLst>
              <a:path w="0" h="549275">
                <a:moveTo>
                  <a:pt x="0" y="54883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12421066" y="4920624"/>
            <a:ext cx="0" cy="59055"/>
          </a:xfrm>
          <a:custGeom>
            <a:avLst/>
            <a:gdLst/>
            <a:ahLst/>
            <a:cxnLst/>
            <a:rect l="l" t="t" r="r" b="b"/>
            <a:pathLst>
              <a:path w="0" h="59054">
                <a:moveTo>
                  <a:pt x="0" y="584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8950031" y="5094137"/>
            <a:ext cx="1695450" cy="0"/>
          </a:xfrm>
          <a:custGeom>
            <a:avLst/>
            <a:gdLst/>
            <a:ahLst/>
            <a:cxnLst/>
            <a:rect l="l" t="t" r="r" b="b"/>
            <a:pathLst>
              <a:path w="1695450" h="0">
                <a:moveTo>
                  <a:pt x="0" y="0"/>
                </a:moveTo>
                <a:lnTo>
                  <a:pt x="1694981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/>
          <p:cNvGrpSpPr/>
          <p:nvPr/>
        </p:nvGrpSpPr>
        <p:grpSpPr>
          <a:xfrm>
            <a:off x="10942907" y="4979091"/>
            <a:ext cx="3855720" cy="179705"/>
            <a:chOff x="10942907" y="4979091"/>
            <a:chExt cx="3855720" cy="179705"/>
          </a:xfrm>
        </p:grpSpPr>
        <p:sp>
          <p:nvSpPr>
            <p:cNvPr id="142" name="object 142"/>
            <p:cNvSpPr/>
            <p:nvPr/>
          </p:nvSpPr>
          <p:spPr>
            <a:xfrm>
              <a:off x="10942907" y="5094138"/>
              <a:ext cx="324485" cy="0"/>
            </a:xfrm>
            <a:custGeom>
              <a:avLst/>
              <a:gdLst/>
              <a:ahLst/>
              <a:cxnLst/>
              <a:rect l="l" t="t" r="r" b="b"/>
              <a:pathLst>
                <a:path w="324484" h="0">
                  <a:moveTo>
                    <a:pt x="0" y="0"/>
                  </a:moveTo>
                  <a:lnTo>
                    <a:pt x="3242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1267197" y="5094138"/>
              <a:ext cx="3277235" cy="0"/>
            </a:xfrm>
            <a:custGeom>
              <a:avLst/>
              <a:gdLst/>
              <a:ahLst/>
              <a:cxnLst/>
              <a:rect l="l" t="t" r="r" b="b"/>
              <a:pathLst>
                <a:path w="3277234" h="0">
                  <a:moveTo>
                    <a:pt x="0" y="0"/>
                  </a:moveTo>
                  <a:lnTo>
                    <a:pt x="3276838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2421066" y="4979091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171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4544036" y="5094138"/>
              <a:ext cx="254635" cy="0"/>
            </a:xfrm>
            <a:custGeom>
              <a:avLst/>
              <a:gdLst/>
              <a:ahLst/>
              <a:cxnLst/>
              <a:rect l="l" t="t" r="r" b="b"/>
              <a:pathLst>
                <a:path w="254634" h="0">
                  <a:moveTo>
                    <a:pt x="0" y="0"/>
                  </a:moveTo>
                  <a:lnTo>
                    <a:pt x="2545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/>
          <p:cNvGrpSpPr/>
          <p:nvPr/>
        </p:nvGrpSpPr>
        <p:grpSpPr>
          <a:xfrm>
            <a:off x="15327422" y="4979091"/>
            <a:ext cx="1833880" cy="364490"/>
            <a:chOff x="15327422" y="4979091"/>
            <a:chExt cx="1833880" cy="364490"/>
          </a:xfrm>
        </p:grpSpPr>
        <p:sp>
          <p:nvSpPr>
            <p:cNvPr id="147" name="object 147"/>
            <p:cNvSpPr/>
            <p:nvPr/>
          </p:nvSpPr>
          <p:spPr>
            <a:xfrm>
              <a:off x="15328365" y="4979091"/>
              <a:ext cx="0" cy="364490"/>
            </a:xfrm>
            <a:custGeom>
              <a:avLst/>
              <a:gdLst/>
              <a:ahLst/>
              <a:cxnLst/>
              <a:rect l="l" t="t" r="r" b="b"/>
              <a:pathLst>
                <a:path w="0" h="364489">
                  <a:moveTo>
                    <a:pt x="0" y="364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5328365" y="5094138"/>
              <a:ext cx="1565275" cy="0"/>
            </a:xfrm>
            <a:custGeom>
              <a:avLst/>
              <a:gdLst/>
              <a:ahLst/>
              <a:cxnLst/>
              <a:rect l="l" t="t" r="r" b="b"/>
              <a:pathLst>
                <a:path w="1565275" h="0">
                  <a:moveTo>
                    <a:pt x="0" y="0"/>
                  </a:moveTo>
                  <a:lnTo>
                    <a:pt x="1564888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893253" y="5094138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69" h="0">
                  <a:moveTo>
                    <a:pt x="0" y="0"/>
                  </a:moveTo>
                  <a:lnTo>
                    <a:pt x="267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/>
          <p:cNvGrpSpPr/>
          <p:nvPr/>
        </p:nvGrpSpPr>
        <p:grpSpPr>
          <a:xfrm>
            <a:off x="17447564" y="5088479"/>
            <a:ext cx="2656840" cy="11430"/>
            <a:chOff x="17447564" y="5088479"/>
            <a:chExt cx="2656840" cy="11430"/>
          </a:xfrm>
        </p:grpSpPr>
        <p:sp>
          <p:nvSpPr>
            <p:cNvPr id="151" name="object 151"/>
            <p:cNvSpPr/>
            <p:nvPr/>
          </p:nvSpPr>
          <p:spPr>
            <a:xfrm>
              <a:off x="17447564" y="5094137"/>
              <a:ext cx="266065" cy="0"/>
            </a:xfrm>
            <a:custGeom>
              <a:avLst/>
              <a:gdLst/>
              <a:ahLst/>
              <a:cxnLst/>
              <a:rect l="l" t="t" r="r" b="b"/>
              <a:pathLst>
                <a:path w="266065" h="0">
                  <a:moveTo>
                    <a:pt x="0" y="0"/>
                  </a:moveTo>
                  <a:lnTo>
                    <a:pt x="26584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7713406" y="5094137"/>
              <a:ext cx="2330450" cy="0"/>
            </a:xfrm>
            <a:custGeom>
              <a:avLst/>
              <a:gdLst/>
              <a:ahLst/>
              <a:cxnLst/>
              <a:rect l="l" t="t" r="r" b="b"/>
              <a:pathLst>
                <a:path w="2330450" h="0">
                  <a:moveTo>
                    <a:pt x="0" y="0"/>
                  </a:moveTo>
                  <a:lnTo>
                    <a:pt x="2330364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0043771" y="5094137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 h="0">
                  <a:moveTo>
                    <a:pt x="0" y="0"/>
                  </a:moveTo>
                  <a:lnTo>
                    <a:pt x="603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/>
          <p:nvPr/>
        </p:nvSpPr>
        <p:spPr>
          <a:xfrm>
            <a:off x="10645012" y="5084707"/>
            <a:ext cx="0" cy="1927860"/>
          </a:xfrm>
          <a:custGeom>
            <a:avLst/>
            <a:gdLst/>
            <a:ahLst/>
            <a:cxnLst/>
            <a:rect l="l" t="t" r="r" b="b"/>
            <a:pathLst>
              <a:path w="0" h="1927859">
                <a:moveTo>
                  <a:pt x="0" y="192750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12089234" y="5084707"/>
            <a:ext cx="0" cy="73660"/>
          </a:xfrm>
          <a:custGeom>
            <a:avLst/>
            <a:gdLst/>
            <a:ahLst/>
            <a:cxnLst/>
            <a:rect l="l" t="t" r="r" b="b"/>
            <a:pathLst>
              <a:path w="0" h="73660">
                <a:moveTo>
                  <a:pt x="0" y="7355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12754783" y="5084707"/>
            <a:ext cx="0" cy="73660"/>
          </a:xfrm>
          <a:custGeom>
            <a:avLst/>
            <a:gdLst/>
            <a:ahLst/>
            <a:cxnLst/>
            <a:rect l="l" t="t" r="r" b="b"/>
            <a:pathLst>
              <a:path w="0" h="73660">
                <a:moveTo>
                  <a:pt x="0" y="7355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8950031" y="5269537"/>
            <a:ext cx="0" cy="1733550"/>
          </a:xfrm>
          <a:custGeom>
            <a:avLst/>
            <a:gdLst/>
            <a:ahLst/>
            <a:cxnLst/>
            <a:rect l="l" t="t" r="r" b="b"/>
            <a:pathLst>
              <a:path w="0" h="1733550">
                <a:moveTo>
                  <a:pt x="0" y="1733249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11267196" y="5337433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 h="0">
                <a:moveTo>
                  <a:pt x="0" y="0"/>
                </a:moveTo>
                <a:lnTo>
                  <a:pt x="1676127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13243104" y="5403444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 h="0">
                <a:moveTo>
                  <a:pt x="0" y="0"/>
                </a:moveTo>
                <a:lnTo>
                  <a:pt x="431758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13927508" y="5337433"/>
            <a:ext cx="1746250" cy="0"/>
          </a:xfrm>
          <a:custGeom>
            <a:avLst/>
            <a:gdLst/>
            <a:ahLst/>
            <a:cxnLst/>
            <a:rect l="l" t="t" r="r" b="b"/>
            <a:pathLst>
              <a:path w="1746250" h="0">
                <a:moveTo>
                  <a:pt x="0" y="0"/>
                </a:moveTo>
                <a:lnTo>
                  <a:pt x="1745887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16267298" y="5337433"/>
            <a:ext cx="1772285" cy="0"/>
          </a:xfrm>
          <a:custGeom>
            <a:avLst/>
            <a:gdLst/>
            <a:ahLst/>
            <a:cxnLst/>
            <a:rect l="l" t="t" r="r" b="b"/>
            <a:pathLst>
              <a:path w="1772284" h="0">
                <a:moveTo>
                  <a:pt x="0" y="0"/>
                </a:moveTo>
                <a:lnTo>
                  <a:pt x="1772283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10643127" y="5403444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2997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11267196" y="5337433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22632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12943324" y="5333662"/>
            <a:ext cx="0" cy="1410970"/>
          </a:xfrm>
          <a:custGeom>
            <a:avLst/>
            <a:gdLst/>
            <a:ahLst/>
            <a:cxnLst/>
            <a:rect l="l" t="t" r="r" b="b"/>
            <a:pathLst>
              <a:path w="0" h="1410970">
                <a:moveTo>
                  <a:pt x="0" y="141074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13927508" y="5337433"/>
            <a:ext cx="0" cy="66040"/>
          </a:xfrm>
          <a:custGeom>
            <a:avLst/>
            <a:gdLst/>
            <a:ahLst/>
            <a:cxnLst/>
            <a:rect l="l" t="t" r="r" b="b"/>
            <a:pathLst>
              <a:path w="0" h="66039">
                <a:moveTo>
                  <a:pt x="0" y="6601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15673395" y="5333662"/>
            <a:ext cx="0" cy="1194435"/>
          </a:xfrm>
          <a:custGeom>
            <a:avLst/>
            <a:gdLst/>
            <a:ahLst/>
            <a:cxnLst/>
            <a:rect l="l" t="t" r="r" b="b"/>
            <a:pathLst>
              <a:path w="0" h="1194434">
                <a:moveTo>
                  <a:pt x="0" y="119384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16267298" y="5337433"/>
            <a:ext cx="0" cy="1337310"/>
          </a:xfrm>
          <a:custGeom>
            <a:avLst/>
            <a:gdLst/>
            <a:ahLst/>
            <a:cxnLst/>
            <a:rect l="l" t="t" r="r" b="b"/>
            <a:pathLst>
              <a:path w="0" h="1337309">
                <a:moveTo>
                  <a:pt x="0" y="1337185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18039582" y="5333662"/>
            <a:ext cx="0" cy="1346835"/>
          </a:xfrm>
          <a:custGeom>
            <a:avLst/>
            <a:gdLst/>
            <a:ahLst/>
            <a:cxnLst/>
            <a:rect l="l" t="t" r="r" b="b"/>
            <a:pathLst>
              <a:path w="0" h="1346834">
                <a:moveTo>
                  <a:pt x="0" y="1346615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9" name="object 169"/>
          <p:cNvGrpSpPr/>
          <p:nvPr/>
        </p:nvGrpSpPr>
        <p:grpSpPr>
          <a:xfrm>
            <a:off x="18335590" y="5400615"/>
            <a:ext cx="1769110" cy="5715"/>
            <a:chOff x="18335590" y="5400615"/>
            <a:chExt cx="1769110" cy="5715"/>
          </a:xfrm>
        </p:grpSpPr>
        <p:sp>
          <p:nvSpPr>
            <p:cNvPr id="170" name="object 170"/>
            <p:cNvSpPr/>
            <p:nvPr/>
          </p:nvSpPr>
          <p:spPr>
            <a:xfrm>
              <a:off x="18335590" y="5403444"/>
              <a:ext cx="377190" cy="0"/>
            </a:xfrm>
            <a:custGeom>
              <a:avLst/>
              <a:gdLst/>
              <a:ahLst/>
              <a:cxnLst/>
              <a:rect l="l" t="t" r="r" b="b"/>
              <a:pathLst>
                <a:path w="377190" h="0">
                  <a:moveTo>
                    <a:pt x="0" y="0"/>
                  </a:moveTo>
                  <a:lnTo>
                    <a:pt x="377081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8712672" y="5403444"/>
              <a:ext cx="1391920" cy="0"/>
            </a:xfrm>
            <a:custGeom>
              <a:avLst/>
              <a:gdLst/>
              <a:ahLst/>
              <a:cxnLst/>
              <a:rect l="l" t="t" r="r" b="b"/>
              <a:pathLst>
                <a:path w="1391919" h="0">
                  <a:moveTo>
                    <a:pt x="0" y="0"/>
                  </a:moveTo>
                  <a:lnTo>
                    <a:pt x="139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2" name="object 172"/>
          <p:cNvSpPr/>
          <p:nvPr/>
        </p:nvSpPr>
        <p:spPr>
          <a:xfrm>
            <a:off x="11267196" y="5503403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5" h="0">
                <a:moveTo>
                  <a:pt x="0" y="0"/>
                </a:moveTo>
                <a:lnTo>
                  <a:pt x="26584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13927508" y="5403444"/>
            <a:ext cx="290830" cy="160655"/>
          </a:xfrm>
          <a:custGeom>
            <a:avLst/>
            <a:gdLst/>
            <a:ahLst/>
            <a:cxnLst/>
            <a:rect l="l" t="t" r="r" b="b"/>
            <a:pathLst>
              <a:path w="290830" h="160654">
                <a:moveTo>
                  <a:pt x="0" y="160311"/>
                </a:moveTo>
                <a:lnTo>
                  <a:pt x="0" y="0"/>
                </a:lnTo>
              </a:path>
              <a:path w="290830" h="160654">
                <a:moveTo>
                  <a:pt x="0" y="99958"/>
                </a:moveTo>
                <a:lnTo>
                  <a:pt x="290352" y="9995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16263528" y="5503403"/>
            <a:ext cx="373380" cy="0"/>
          </a:xfrm>
          <a:custGeom>
            <a:avLst/>
            <a:gdLst/>
            <a:ahLst/>
            <a:cxnLst/>
            <a:rect l="l" t="t" r="r" b="b"/>
            <a:pathLst>
              <a:path w="373380" h="0">
                <a:moveTo>
                  <a:pt x="0" y="0"/>
                </a:moveTo>
                <a:lnTo>
                  <a:pt x="373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18712671" y="5399672"/>
            <a:ext cx="0" cy="566420"/>
          </a:xfrm>
          <a:custGeom>
            <a:avLst/>
            <a:gdLst/>
            <a:ahLst/>
            <a:cxnLst/>
            <a:rect l="l" t="t" r="r" b="b"/>
            <a:pathLst>
              <a:path w="0" h="566420">
                <a:moveTo>
                  <a:pt x="0" y="56580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11267196" y="5563756"/>
            <a:ext cx="0" cy="83185"/>
          </a:xfrm>
          <a:custGeom>
            <a:avLst/>
            <a:gdLst/>
            <a:ahLst/>
            <a:cxnLst/>
            <a:rect l="l" t="t" r="r" b="b"/>
            <a:pathLst>
              <a:path w="0" h="83185">
                <a:moveTo>
                  <a:pt x="0" y="8298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13927508" y="5563756"/>
            <a:ext cx="0" cy="83185"/>
          </a:xfrm>
          <a:custGeom>
            <a:avLst/>
            <a:gdLst/>
            <a:ahLst/>
            <a:cxnLst/>
            <a:rect l="l" t="t" r="r" b="b"/>
            <a:pathLst>
              <a:path w="0" h="83185">
                <a:moveTo>
                  <a:pt x="0" y="8298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11267196" y="5646740"/>
            <a:ext cx="0" cy="34290"/>
          </a:xfrm>
          <a:custGeom>
            <a:avLst/>
            <a:gdLst/>
            <a:ahLst/>
            <a:cxnLst/>
            <a:rect l="l" t="t" r="r" b="b"/>
            <a:pathLst>
              <a:path w="0" h="34289">
                <a:moveTo>
                  <a:pt x="0" y="339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13927508" y="5646740"/>
            <a:ext cx="0" cy="34290"/>
          </a:xfrm>
          <a:custGeom>
            <a:avLst/>
            <a:gdLst/>
            <a:ahLst/>
            <a:cxnLst/>
            <a:rect l="l" t="t" r="r" b="b"/>
            <a:pathLst>
              <a:path w="0" h="34289">
                <a:moveTo>
                  <a:pt x="0" y="339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11267196" y="5680688"/>
            <a:ext cx="0" cy="201930"/>
          </a:xfrm>
          <a:custGeom>
            <a:avLst/>
            <a:gdLst/>
            <a:ahLst/>
            <a:cxnLst/>
            <a:rect l="l" t="t" r="r" b="b"/>
            <a:pathLst>
              <a:path w="0" h="201929">
                <a:moveTo>
                  <a:pt x="0" y="201803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1" name="object 181"/>
          <p:cNvGrpSpPr/>
          <p:nvPr/>
        </p:nvGrpSpPr>
        <p:grpSpPr>
          <a:xfrm>
            <a:off x="13924678" y="5680688"/>
            <a:ext cx="5715" cy="285115"/>
            <a:chOff x="13924678" y="5680688"/>
            <a:chExt cx="5715" cy="285115"/>
          </a:xfrm>
        </p:grpSpPr>
        <p:sp>
          <p:nvSpPr>
            <p:cNvPr id="182" name="object 182"/>
            <p:cNvSpPr/>
            <p:nvPr/>
          </p:nvSpPr>
          <p:spPr>
            <a:xfrm>
              <a:off x="13927506" y="5680688"/>
              <a:ext cx="0" cy="100330"/>
            </a:xfrm>
            <a:custGeom>
              <a:avLst/>
              <a:gdLst/>
              <a:ahLst/>
              <a:cxnLst/>
              <a:rect l="l" t="t" r="r" b="b"/>
              <a:pathLst>
                <a:path w="0" h="100329">
                  <a:moveTo>
                    <a:pt x="0" y="99958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3927506" y="5780647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w="0" h="185420">
                  <a:moveTo>
                    <a:pt x="0" y="1848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/>
          <p:nvPr/>
        </p:nvSpPr>
        <p:spPr>
          <a:xfrm>
            <a:off x="10643127" y="5882492"/>
            <a:ext cx="628015" cy="856615"/>
          </a:xfrm>
          <a:custGeom>
            <a:avLst/>
            <a:gdLst/>
            <a:ahLst/>
            <a:cxnLst/>
            <a:rect l="l" t="t" r="r" b="b"/>
            <a:pathLst>
              <a:path w="628015" h="856615">
                <a:moveTo>
                  <a:pt x="0" y="79212"/>
                </a:moveTo>
                <a:lnTo>
                  <a:pt x="627840" y="79212"/>
                </a:lnTo>
              </a:path>
              <a:path w="628015" h="856615">
                <a:moveTo>
                  <a:pt x="624069" y="856251"/>
                </a:moveTo>
                <a:lnTo>
                  <a:pt x="6240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12941439" y="5961705"/>
            <a:ext cx="989965" cy="0"/>
          </a:xfrm>
          <a:custGeom>
            <a:avLst/>
            <a:gdLst/>
            <a:ahLst/>
            <a:cxnLst/>
            <a:rect l="l" t="t" r="r" b="b"/>
            <a:pathLst>
              <a:path w="989965" h="0">
                <a:moveTo>
                  <a:pt x="0" y="0"/>
                </a:moveTo>
                <a:lnTo>
                  <a:pt x="9898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15669624" y="5961705"/>
            <a:ext cx="603885" cy="0"/>
          </a:xfrm>
          <a:custGeom>
            <a:avLst/>
            <a:gdLst/>
            <a:ahLst/>
            <a:cxnLst/>
            <a:rect l="l" t="t" r="r" b="b"/>
            <a:pathLst>
              <a:path w="603884" h="0">
                <a:moveTo>
                  <a:pt x="0" y="0"/>
                </a:moveTo>
                <a:lnTo>
                  <a:pt x="6033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18035810" y="5961705"/>
            <a:ext cx="682625" cy="0"/>
          </a:xfrm>
          <a:custGeom>
            <a:avLst/>
            <a:gdLst/>
            <a:ahLst/>
            <a:cxnLst/>
            <a:rect l="l" t="t" r="r" b="b"/>
            <a:pathLst>
              <a:path w="682625" h="0">
                <a:moveTo>
                  <a:pt x="0" y="0"/>
                </a:moveTo>
                <a:lnTo>
                  <a:pt x="6825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13605102" y="5961705"/>
            <a:ext cx="0" cy="4163060"/>
          </a:xfrm>
          <a:custGeom>
            <a:avLst/>
            <a:gdLst/>
            <a:ahLst/>
            <a:cxnLst/>
            <a:rect l="l" t="t" r="r" b="b"/>
            <a:pathLst>
              <a:path w="0" h="4163059">
                <a:moveTo>
                  <a:pt x="0" y="416243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9" name="object 189"/>
          <p:cNvGrpSpPr/>
          <p:nvPr/>
        </p:nvGrpSpPr>
        <p:grpSpPr>
          <a:xfrm>
            <a:off x="13924678" y="5961705"/>
            <a:ext cx="5715" cy="145415"/>
            <a:chOff x="13924678" y="5961705"/>
            <a:chExt cx="5715" cy="145415"/>
          </a:xfrm>
        </p:grpSpPr>
        <p:sp>
          <p:nvSpPr>
            <p:cNvPr id="190" name="object 190"/>
            <p:cNvSpPr/>
            <p:nvPr/>
          </p:nvSpPr>
          <p:spPr>
            <a:xfrm>
              <a:off x="13927506" y="5961705"/>
              <a:ext cx="0" cy="94615"/>
            </a:xfrm>
            <a:custGeom>
              <a:avLst/>
              <a:gdLst/>
              <a:ahLst/>
              <a:cxnLst/>
              <a:rect l="l" t="t" r="r" b="b"/>
              <a:pathLst>
                <a:path w="0" h="94614">
                  <a:moveTo>
                    <a:pt x="0" y="94300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3927506" y="6056006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5092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2" name="object 192"/>
          <p:cNvSpPr/>
          <p:nvPr/>
        </p:nvSpPr>
        <p:spPr>
          <a:xfrm>
            <a:off x="18712671" y="6056006"/>
            <a:ext cx="0" cy="530225"/>
          </a:xfrm>
          <a:custGeom>
            <a:avLst/>
            <a:gdLst/>
            <a:ahLst/>
            <a:cxnLst/>
            <a:rect l="l" t="t" r="r" b="b"/>
            <a:pathLst>
              <a:path w="0" h="530225">
                <a:moveTo>
                  <a:pt x="0" y="52997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3" name="object 193"/>
          <p:cNvGrpSpPr/>
          <p:nvPr/>
        </p:nvGrpSpPr>
        <p:grpSpPr>
          <a:xfrm>
            <a:off x="13924678" y="6106928"/>
            <a:ext cx="1754505" cy="479425"/>
            <a:chOff x="13924678" y="6106928"/>
            <a:chExt cx="1754505" cy="479425"/>
          </a:xfrm>
        </p:grpSpPr>
        <p:sp>
          <p:nvSpPr>
            <p:cNvPr id="194" name="object 194"/>
            <p:cNvSpPr/>
            <p:nvPr/>
          </p:nvSpPr>
          <p:spPr>
            <a:xfrm>
              <a:off x="13927506" y="6106928"/>
              <a:ext cx="0" cy="104139"/>
            </a:xfrm>
            <a:custGeom>
              <a:avLst/>
              <a:gdLst/>
              <a:ahLst/>
              <a:cxnLst/>
              <a:rect l="l" t="t" r="r" b="b"/>
              <a:pathLst>
                <a:path w="0" h="104139">
                  <a:moveTo>
                    <a:pt x="0" y="103730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3927506" y="6210659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w="0" h="375920">
                  <a:moveTo>
                    <a:pt x="0" y="3753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3927506" y="6521852"/>
              <a:ext cx="1751964" cy="0"/>
            </a:xfrm>
            <a:custGeom>
              <a:avLst/>
              <a:gdLst/>
              <a:ahLst/>
              <a:cxnLst/>
              <a:rect l="l" t="t" r="r" b="b"/>
              <a:pathLst>
                <a:path w="1751965" h="0">
                  <a:moveTo>
                    <a:pt x="0" y="0"/>
                  </a:moveTo>
                  <a:lnTo>
                    <a:pt x="1751543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/>
          <p:cNvSpPr/>
          <p:nvPr/>
        </p:nvSpPr>
        <p:spPr>
          <a:xfrm>
            <a:off x="10643127" y="65859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299779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13243104" y="6585977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 h="0">
                <a:moveTo>
                  <a:pt x="0" y="0"/>
                </a:moveTo>
                <a:lnTo>
                  <a:pt x="431758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14089653" y="6585977"/>
            <a:ext cx="454659" cy="0"/>
          </a:xfrm>
          <a:custGeom>
            <a:avLst/>
            <a:gdLst/>
            <a:ahLst/>
            <a:cxnLst/>
            <a:rect l="l" t="t" r="r" b="b"/>
            <a:pathLst>
              <a:path w="454659" h="0">
                <a:moveTo>
                  <a:pt x="0" y="0"/>
                </a:moveTo>
                <a:lnTo>
                  <a:pt x="45438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14792909" y="6518080"/>
            <a:ext cx="0" cy="488950"/>
          </a:xfrm>
          <a:custGeom>
            <a:avLst/>
            <a:gdLst/>
            <a:ahLst/>
            <a:cxnLst/>
            <a:rect l="l" t="t" r="r" b="b"/>
            <a:pathLst>
              <a:path w="0" h="488950">
                <a:moveTo>
                  <a:pt x="0" y="48847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15328365" y="6585977"/>
            <a:ext cx="162560" cy="0"/>
          </a:xfrm>
          <a:custGeom>
            <a:avLst/>
            <a:gdLst/>
            <a:ahLst/>
            <a:cxnLst/>
            <a:rect l="l" t="t" r="r" b="b"/>
            <a:pathLst>
              <a:path w="162559" h="0">
                <a:moveTo>
                  <a:pt x="0" y="0"/>
                </a:moveTo>
                <a:lnTo>
                  <a:pt x="162145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16263528" y="6674619"/>
            <a:ext cx="1781810" cy="0"/>
          </a:xfrm>
          <a:custGeom>
            <a:avLst/>
            <a:gdLst/>
            <a:ahLst/>
            <a:cxnLst/>
            <a:rect l="l" t="t" r="r" b="b"/>
            <a:pathLst>
              <a:path w="1781809" h="0">
                <a:moveTo>
                  <a:pt x="0" y="0"/>
                </a:moveTo>
                <a:lnTo>
                  <a:pt x="1781710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18335590" y="658597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217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11267196" y="6738744"/>
            <a:ext cx="1684020" cy="0"/>
          </a:xfrm>
          <a:custGeom>
            <a:avLst/>
            <a:gdLst/>
            <a:ahLst/>
            <a:cxnLst/>
            <a:rect l="l" t="t" r="r" b="b"/>
            <a:pathLst>
              <a:path w="1684020" h="0">
                <a:moveTo>
                  <a:pt x="0" y="0"/>
                </a:moveTo>
                <a:lnTo>
                  <a:pt x="1683669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17155324" y="6670847"/>
            <a:ext cx="0" cy="505459"/>
          </a:xfrm>
          <a:custGeom>
            <a:avLst/>
            <a:gdLst/>
            <a:ahLst/>
            <a:cxnLst/>
            <a:rect l="l" t="t" r="r" b="b"/>
            <a:pathLst>
              <a:path w="0" h="505459">
                <a:moveTo>
                  <a:pt x="0" y="50545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11267196" y="6866993"/>
            <a:ext cx="487045" cy="0"/>
          </a:xfrm>
          <a:custGeom>
            <a:avLst/>
            <a:gdLst/>
            <a:ahLst/>
            <a:cxnLst/>
            <a:rect l="l" t="t" r="r" b="b"/>
            <a:pathLst>
              <a:path w="487045" h="0">
                <a:moveTo>
                  <a:pt x="0" y="0"/>
                </a:moveTo>
                <a:lnTo>
                  <a:pt x="486435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7" name="object 207"/>
          <p:cNvGrpSpPr/>
          <p:nvPr/>
        </p:nvGrpSpPr>
        <p:grpSpPr>
          <a:xfrm>
            <a:off x="11753632" y="6734971"/>
            <a:ext cx="345440" cy="903605"/>
            <a:chOff x="11753632" y="6734971"/>
            <a:chExt cx="345440" cy="903605"/>
          </a:xfrm>
        </p:grpSpPr>
        <p:sp>
          <p:nvSpPr>
            <p:cNvPr id="208" name="object 208"/>
            <p:cNvSpPr/>
            <p:nvPr/>
          </p:nvSpPr>
          <p:spPr>
            <a:xfrm>
              <a:off x="12089234" y="6734971"/>
              <a:ext cx="0" cy="903605"/>
            </a:xfrm>
            <a:custGeom>
              <a:avLst/>
              <a:gdLst/>
              <a:ahLst/>
              <a:cxnLst/>
              <a:rect l="l" t="t" r="r" b="b"/>
              <a:pathLst>
                <a:path w="0" h="903604">
                  <a:moveTo>
                    <a:pt x="0" y="903401"/>
                  </a:moveTo>
                  <a:lnTo>
                    <a:pt x="0" y="0"/>
                  </a:lnTo>
                </a:path>
              </a:pathLst>
            </a:custGeom>
            <a:ln w="11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753632" y="6866992"/>
              <a:ext cx="345440" cy="0"/>
            </a:xfrm>
            <a:custGeom>
              <a:avLst/>
              <a:gdLst/>
              <a:ahLst/>
              <a:cxnLst/>
              <a:rect l="l" t="t" r="r" b="b"/>
              <a:pathLst>
                <a:path w="345440" h="0">
                  <a:moveTo>
                    <a:pt x="0" y="0"/>
                  </a:moveTo>
                  <a:lnTo>
                    <a:pt x="3450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/>
          <p:nvPr/>
        </p:nvSpPr>
        <p:spPr>
          <a:xfrm>
            <a:off x="12421066" y="6866993"/>
            <a:ext cx="334010" cy="0"/>
          </a:xfrm>
          <a:custGeom>
            <a:avLst/>
            <a:gdLst/>
            <a:ahLst/>
            <a:cxnLst/>
            <a:rect l="l" t="t" r="r" b="b"/>
            <a:pathLst>
              <a:path w="334009" h="0">
                <a:moveTo>
                  <a:pt x="0" y="0"/>
                </a:moveTo>
                <a:lnTo>
                  <a:pt x="3337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1" name="object 211"/>
          <p:cNvGrpSpPr/>
          <p:nvPr/>
        </p:nvGrpSpPr>
        <p:grpSpPr>
          <a:xfrm>
            <a:off x="13243104" y="6864163"/>
            <a:ext cx="684530" cy="5715"/>
            <a:chOff x="13243104" y="6864163"/>
            <a:chExt cx="684530" cy="5715"/>
          </a:xfrm>
        </p:grpSpPr>
        <p:sp>
          <p:nvSpPr>
            <p:cNvPr id="212" name="object 212"/>
            <p:cNvSpPr/>
            <p:nvPr/>
          </p:nvSpPr>
          <p:spPr>
            <a:xfrm>
              <a:off x="13243104" y="6866992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 h="0">
                  <a:moveTo>
                    <a:pt x="0" y="0"/>
                  </a:moveTo>
                  <a:lnTo>
                    <a:pt x="641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3307208" y="6866992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40" h="0">
                  <a:moveTo>
                    <a:pt x="0" y="0"/>
                  </a:moveTo>
                  <a:lnTo>
                    <a:pt x="154603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3461812" y="6866992"/>
              <a:ext cx="466090" cy="0"/>
            </a:xfrm>
            <a:custGeom>
              <a:avLst/>
              <a:gdLst/>
              <a:ahLst/>
              <a:cxnLst/>
              <a:rect l="l" t="t" r="r" b="b"/>
              <a:pathLst>
                <a:path w="466090" h="0">
                  <a:moveTo>
                    <a:pt x="0" y="0"/>
                  </a:moveTo>
                  <a:lnTo>
                    <a:pt x="465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/>
          <p:nvPr/>
        </p:nvSpPr>
        <p:spPr>
          <a:xfrm>
            <a:off x="15673395" y="6866993"/>
            <a:ext cx="1487805" cy="0"/>
          </a:xfrm>
          <a:custGeom>
            <a:avLst/>
            <a:gdLst/>
            <a:ahLst/>
            <a:cxnLst/>
            <a:rect l="l" t="t" r="r" b="b"/>
            <a:pathLst>
              <a:path w="1487805" h="0">
                <a:moveTo>
                  <a:pt x="0" y="0"/>
                </a:moveTo>
                <a:lnTo>
                  <a:pt x="148758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6" name="object 216"/>
          <p:cNvGrpSpPr/>
          <p:nvPr/>
        </p:nvGrpSpPr>
        <p:grpSpPr>
          <a:xfrm>
            <a:off x="17447564" y="6861335"/>
            <a:ext cx="2402205" cy="11430"/>
            <a:chOff x="17447564" y="6861335"/>
            <a:chExt cx="2402205" cy="11430"/>
          </a:xfrm>
        </p:grpSpPr>
        <p:sp>
          <p:nvSpPr>
            <p:cNvPr id="217" name="object 217"/>
            <p:cNvSpPr/>
            <p:nvPr/>
          </p:nvSpPr>
          <p:spPr>
            <a:xfrm>
              <a:off x="17447564" y="6866993"/>
              <a:ext cx="1131570" cy="0"/>
            </a:xfrm>
            <a:custGeom>
              <a:avLst/>
              <a:gdLst/>
              <a:ahLst/>
              <a:cxnLst/>
              <a:rect l="l" t="t" r="r" b="b"/>
              <a:pathLst>
                <a:path w="1131569" h="0">
                  <a:moveTo>
                    <a:pt x="0" y="0"/>
                  </a:moveTo>
                  <a:lnTo>
                    <a:pt x="11312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8578809" y="6866993"/>
              <a:ext cx="88900" cy="0"/>
            </a:xfrm>
            <a:custGeom>
              <a:avLst/>
              <a:gdLst/>
              <a:ahLst/>
              <a:cxnLst/>
              <a:rect l="l" t="t" r="r" b="b"/>
              <a:pathLst>
                <a:path w="88900" h="0">
                  <a:moveTo>
                    <a:pt x="0" y="0"/>
                  </a:moveTo>
                  <a:lnTo>
                    <a:pt x="88614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8667423" y="6866993"/>
              <a:ext cx="1127760" cy="0"/>
            </a:xfrm>
            <a:custGeom>
              <a:avLst/>
              <a:gdLst/>
              <a:ahLst/>
              <a:cxnLst/>
              <a:rect l="l" t="t" r="r" b="b"/>
              <a:pathLst>
                <a:path w="1127759" h="0">
                  <a:moveTo>
                    <a:pt x="0" y="0"/>
                  </a:moveTo>
                  <a:lnTo>
                    <a:pt x="11274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9794897" y="6866993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 h="0">
                  <a:moveTo>
                    <a:pt x="0" y="0"/>
                  </a:moveTo>
                  <a:lnTo>
                    <a:pt x="54676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/>
          <p:nvPr/>
        </p:nvSpPr>
        <p:spPr>
          <a:xfrm>
            <a:off x="11829048" y="6734971"/>
            <a:ext cx="0" cy="658495"/>
          </a:xfrm>
          <a:custGeom>
            <a:avLst/>
            <a:gdLst/>
            <a:ahLst/>
            <a:cxnLst/>
            <a:rect l="l" t="t" r="r" b="b"/>
            <a:pathLst>
              <a:path w="0" h="658495">
                <a:moveTo>
                  <a:pt x="0" y="658219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18929494" y="6738744"/>
            <a:ext cx="0" cy="1492250"/>
          </a:xfrm>
          <a:custGeom>
            <a:avLst/>
            <a:gdLst/>
            <a:ahLst/>
            <a:cxnLst/>
            <a:rect l="l" t="t" r="r" b="b"/>
            <a:pathLst>
              <a:path w="0" h="1492250">
                <a:moveTo>
                  <a:pt x="0" y="1491838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8946260" y="7002786"/>
            <a:ext cx="1706880" cy="0"/>
          </a:xfrm>
          <a:custGeom>
            <a:avLst/>
            <a:gdLst/>
            <a:ahLst/>
            <a:cxnLst/>
            <a:rect l="l" t="t" r="r" b="b"/>
            <a:pathLst>
              <a:path w="1706879" h="0">
                <a:moveTo>
                  <a:pt x="0" y="0"/>
                </a:moveTo>
                <a:lnTo>
                  <a:pt x="1706294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14089653" y="7002786"/>
            <a:ext cx="1401445" cy="0"/>
          </a:xfrm>
          <a:custGeom>
            <a:avLst/>
            <a:gdLst/>
            <a:ahLst/>
            <a:cxnLst/>
            <a:rect l="l" t="t" r="r" b="b"/>
            <a:pathLst>
              <a:path w="1401444" h="0">
                <a:moveTo>
                  <a:pt x="0" y="0"/>
                </a:moveTo>
                <a:lnTo>
                  <a:pt x="140085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9760756" y="6993356"/>
            <a:ext cx="0" cy="83185"/>
          </a:xfrm>
          <a:custGeom>
            <a:avLst/>
            <a:gdLst/>
            <a:ahLst/>
            <a:cxnLst/>
            <a:rect l="l" t="t" r="r" b="b"/>
            <a:pathLst>
              <a:path w="0" h="83184">
                <a:moveTo>
                  <a:pt x="0" y="8298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14089653" y="7002786"/>
            <a:ext cx="0" cy="739775"/>
          </a:xfrm>
          <a:custGeom>
            <a:avLst/>
            <a:gdLst/>
            <a:ahLst/>
            <a:cxnLst/>
            <a:rect l="l" t="t" r="r" b="b"/>
            <a:pathLst>
              <a:path w="0" h="739775">
                <a:moveTo>
                  <a:pt x="0" y="73931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15490510" y="7002786"/>
            <a:ext cx="0" cy="741680"/>
          </a:xfrm>
          <a:custGeom>
            <a:avLst/>
            <a:gdLst/>
            <a:ahLst/>
            <a:cxnLst/>
            <a:rect l="l" t="t" r="r" b="b"/>
            <a:pathLst>
              <a:path w="0" h="741679">
                <a:moveTo>
                  <a:pt x="0" y="741204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16452068" y="7076340"/>
            <a:ext cx="1401445" cy="0"/>
          </a:xfrm>
          <a:custGeom>
            <a:avLst/>
            <a:gdLst/>
            <a:ahLst/>
            <a:cxnLst/>
            <a:rect l="l" t="t" r="r" b="b"/>
            <a:pathLst>
              <a:path w="1401444" h="0">
                <a:moveTo>
                  <a:pt x="0" y="0"/>
                </a:moveTo>
                <a:lnTo>
                  <a:pt x="140085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/>
          <p:cNvGrpSpPr/>
          <p:nvPr/>
        </p:nvGrpSpPr>
        <p:grpSpPr>
          <a:xfrm>
            <a:off x="8950031" y="7173470"/>
            <a:ext cx="543560" cy="5715"/>
            <a:chOff x="8950031" y="7173470"/>
            <a:chExt cx="543560" cy="5715"/>
          </a:xfrm>
        </p:grpSpPr>
        <p:sp>
          <p:nvSpPr>
            <p:cNvPr id="230" name="object 230"/>
            <p:cNvSpPr/>
            <p:nvPr/>
          </p:nvSpPr>
          <p:spPr>
            <a:xfrm>
              <a:off x="8950031" y="7176299"/>
              <a:ext cx="488315" cy="0"/>
            </a:xfrm>
            <a:custGeom>
              <a:avLst/>
              <a:gdLst/>
              <a:ahLst/>
              <a:cxnLst/>
              <a:rect l="l" t="t" r="r" b="b"/>
              <a:pathLst>
                <a:path w="488315" h="0">
                  <a:moveTo>
                    <a:pt x="0" y="0"/>
                  </a:moveTo>
                  <a:lnTo>
                    <a:pt x="4883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9438351" y="7176299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5" h="0">
                  <a:moveTo>
                    <a:pt x="0" y="0"/>
                  </a:moveTo>
                  <a:lnTo>
                    <a:pt x="54676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/>
          <p:cNvSpPr/>
          <p:nvPr/>
        </p:nvSpPr>
        <p:spPr>
          <a:xfrm>
            <a:off x="9760756" y="7076340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790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3" name="object 233"/>
          <p:cNvGrpSpPr/>
          <p:nvPr/>
        </p:nvGrpSpPr>
        <p:grpSpPr>
          <a:xfrm>
            <a:off x="10942907" y="7170642"/>
            <a:ext cx="2985135" cy="11430"/>
            <a:chOff x="10942907" y="7170642"/>
            <a:chExt cx="2985135" cy="11430"/>
          </a:xfrm>
        </p:grpSpPr>
        <p:sp>
          <p:nvSpPr>
            <p:cNvPr id="234" name="object 234"/>
            <p:cNvSpPr/>
            <p:nvPr/>
          </p:nvSpPr>
          <p:spPr>
            <a:xfrm>
              <a:off x="10942907" y="7176300"/>
              <a:ext cx="324485" cy="0"/>
            </a:xfrm>
            <a:custGeom>
              <a:avLst/>
              <a:gdLst/>
              <a:ahLst/>
              <a:cxnLst/>
              <a:rect l="l" t="t" r="r" b="b"/>
              <a:pathLst>
                <a:path w="324484" h="0">
                  <a:moveTo>
                    <a:pt x="0" y="0"/>
                  </a:moveTo>
                  <a:lnTo>
                    <a:pt x="3242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1267197" y="7176300"/>
              <a:ext cx="569595" cy="0"/>
            </a:xfrm>
            <a:custGeom>
              <a:avLst/>
              <a:gdLst/>
              <a:ahLst/>
              <a:cxnLst/>
              <a:rect l="l" t="t" r="r" b="b"/>
              <a:pathLst>
                <a:path w="569595" h="0">
                  <a:moveTo>
                    <a:pt x="0" y="0"/>
                  </a:moveTo>
                  <a:lnTo>
                    <a:pt x="569393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1827163" y="7176300"/>
              <a:ext cx="271780" cy="0"/>
            </a:xfrm>
            <a:custGeom>
              <a:avLst/>
              <a:gdLst/>
              <a:ahLst/>
              <a:cxnLst/>
              <a:rect l="l" t="t" r="r" b="b"/>
              <a:pathLst>
                <a:path w="271779" h="0">
                  <a:moveTo>
                    <a:pt x="0" y="0"/>
                  </a:moveTo>
                  <a:lnTo>
                    <a:pt x="2714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2077922" y="7176300"/>
              <a:ext cx="1597025" cy="0"/>
            </a:xfrm>
            <a:custGeom>
              <a:avLst/>
              <a:gdLst/>
              <a:ahLst/>
              <a:cxnLst/>
              <a:rect l="l" t="t" r="r" b="b"/>
              <a:pathLst>
                <a:path w="1597025" h="0">
                  <a:moveTo>
                    <a:pt x="0" y="0"/>
                  </a:moveTo>
                  <a:lnTo>
                    <a:pt x="1596940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3674863" y="7176300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30" h="0">
                  <a:moveTo>
                    <a:pt x="0" y="0"/>
                  </a:moveTo>
                  <a:lnTo>
                    <a:pt x="2526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9" name="object 239"/>
          <p:cNvSpPr/>
          <p:nvPr/>
        </p:nvSpPr>
        <p:spPr>
          <a:xfrm>
            <a:off x="15481082" y="7176299"/>
            <a:ext cx="786765" cy="0"/>
          </a:xfrm>
          <a:custGeom>
            <a:avLst/>
            <a:gdLst/>
            <a:ahLst/>
            <a:cxnLst/>
            <a:rect l="l" t="t" r="r" b="b"/>
            <a:pathLst>
              <a:path w="786765" h="0">
                <a:moveTo>
                  <a:pt x="0" y="0"/>
                </a:moveTo>
                <a:lnTo>
                  <a:pt x="786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16452068" y="7076340"/>
            <a:ext cx="0" cy="828040"/>
          </a:xfrm>
          <a:custGeom>
            <a:avLst/>
            <a:gdLst/>
            <a:ahLst/>
            <a:cxnLst/>
            <a:rect l="l" t="t" r="r" b="b"/>
            <a:pathLst>
              <a:path w="0" h="828040">
                <a:moveTo>
                  <a:pt x="0" y="827961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1" name="object 241"/>
          <p:cNvGrpSpPr/>
          <p:nvPr/>
        </p:nvGrpSpPr>
        <p:grpSpPr>
          <a:xfrm>
            <a:off x="18039582" y="7170642"/>
            <a:ext cx="2065020" cy="11430"/>
            <a:chOff x="18039582" y="7170642"/>
            <a:chExt cx="2065020" cy="11430"/>
          </a:xfrm>
        </p:grpSpPr>
        <p:sp>
          <p:nvSpPr>
            <p:cNvPr id="242" name="object 242"/>
            <p:cNvSpPr/>
            <p:nvPr/>
          </p:nvSpPr>
          <p:spPr>
            <a:xfrm>
              <a:off x="18039582" y="7176300"/>
              <a:ext cx="539750" cy="0"/>
            </a:xfrm>
            <a:custGeom>
              <a:avLst/>
              <a:gdLst/>
              <a:ahLst/>
              <a:cxnLst/>
              <a:rect l="l" t="t" r="r" b="b"/>
              <a:pathLst>
                <a:path w="539750" h="0">
                  <a:moveTo>
                    <a:pt x="0" y="0"/>
                  </a:moveTo>
                  <a:lnTo>
                    <a:pt x="5392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8578809" y="7176300"/>
              <a:ext cx="1465580" cy="0"/>
            </a:xfrm>
            <a:custGeom>
              <a:avLst/>
              <a:gdLst/>
              <a:ahLst/>
              <a:cxnLst/>
              <a:rect l="l" t="t" r="r" b="b"/>
              <a:pathLst>
                <a:path w="1465580" h="0">
                  <a:moveTo>
                    <a:pt x="0" y="0"/>
                  </a:moveTo>
                  <a:lnTo>
                    <a:pt x="1464961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20043771" y="7176299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 h="0">
                  <a:moveTo>
                    <a:pt x="0" y="0"/>
                  </a:moveTo>
                  <a:lnTo>
                    <a:pt x="603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/>
          <p:cNvSpPr/>
          <p:nvPr/>
        </p:nvSpPr>
        <p:spPr>
          <a:xfrm>
            <a:off x="15673395" y="7176299"/>
            <a:ext cx="0" cy="309880"/>
          </a:xfrm>
          <a:custGeom>
            <a:avLst/>
            <a:gdLst/>
            <a:ahLst/>
            <a:cxnLst/>
            <a:rect l="l" t="t" r="r" b="b"/>
            <a:pathLst>
              <a:path w="0" h="309879">
                <a:moveTo>
                  <a:pt x="0" y="30930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7852925" y="7076340"/>
            <a:ext cx="0" cy="828040"/>
          </a:xfrm>
          <a:custGeom>
            <a:avLst/>
            <a:gdLst/>
            <a:ahLst/>
            <a:cxnLst/>
            <a:rect l="l" t="t" r="r" b="b"/>
            <a:pathLst>
              <a:path w="0" h="828040">
                <a:moveTo>
                  <a:pt x="0" y="827961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13243104" y="7476176"/>
            <a:ext cx="684530" cy="0"/>
          </a:xfrm>
          <a:custGeom>
            <a:avLst/>
            <a:gdLst/>
            <a:ahLst/>
            <a:cxnLst/>
            <a:rect l="l" t="t" r="r" b="b"/>
            <a:pathLst>
              <a:path w="684530" h="0">
                <a:moveTo>
                  <a:pt x="0" y="0"/>
                </a:moveTo>
                <a:lnTo>
                  <a:pt x="68440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15481082" y="7476176"/>
            <a:ext cx="786765" cy="0"/>
          </a:xfrm>
          <a:custGeom>
            <a:avLst/>
            <a:gdLst/>
            <a:ahLst/>
            <a:cxnLst/>
            <a:rect l="l" t="t" r="r" b="b"/>
            <a:pathLst>
              <a:path w="786765" h="0">
                <a:moveTo>
                  <a:pt x="0" y="0"/>
                </a:moveTo>
                <a:lnTo>
                  <a:pt x="786215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17843500" y="7470517"/>
            <a:ext cx="2260600" cy="11430"/>
          </a:xfrm>
          <a:custGeom>
            <a:avLst/>
            <a:gdLst/>
            <a:ahLst/>
            <a:cxnLst/>
            <a:rect l="l" t="t" r="r" b="b"/>
            <a:pathLst>
              <a:path w="2260600" h="11429">
                <a:moveTo>
                  <a:pt x="2260600" y="11316"/>
                </a:moveTo>
                <a:lnTo>
                  <a:pt x="0" y="11316"/>
                </a:lnTo>
                <a:lnTo>
                  <a:pt x="0" y="0"/>
                </a:lnTo>
                <a:lnTo>
                  <a:pt x="2260600" y="0"/>
                </a:lnTo>
                <a:lnTo>
                  <a:pt x="2260600" y="11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11267196" y="7564819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 h="0">
                <a:moveTo>
                  <a:pt x="0" y="0"/>
                </a:moveTo>
                <a:lnTo>
                  <a:pt x="167612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1" name="object 251"/>
          <p:cNvGrpSpPr/>
          <p:nvPr/>
        </p:nvGrpSpPr>
        <p:grpSpPr>
          <a:xfrm>
            <a:off x="8947202" y="7555389"/>
            <a:ext cx="1701164" cy="1003935"/>
            <a:chOff x="8947202" y="7555389"/>
            <a:chExt cx="1701164" cy="1003935"/>
          </a:xfrm>
        </p:grpSpPr>
        <p:sp>
          <p:nvSpPr>
            <p:cNvPr id="252" name="object 252"/>
            <p:cNvSpPr/>
            <p:nvPr/>
          </p:nvSpPr>
          <p:spPr>
            <a:xfrm>
              <a:off x="8950030" y="7564819"/>
              <a:ext cx="1695450" cy="0"/>
            </a:xfrm>
            <a:custGeom>
              <a:avLst/>
              <a:gdLst/>
              <a:ahLst/>
              <a:cxnLst/>
              <a:rect l="l" t="t" r="r" b="b"/>
              <a:pathLst>
                <a:path w="1695450" h="0">
                  <a:moveTo>
                    <a:pt x="0" y="0"/>
                  </a:moveTo>
                  <a:lnTo>
                    <a:pt x="1694981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8950030" y="7555389"/>
              <a:ext cx="1695450" cy="1003935"/>
            </a:xfrm>
            <a:custGeom>
              <a:avLst/>
              <a:gdLst/>
              <a:ahLst/>
              <a:cxnLst/>
              <a:rect l="l" t="t" r="r" b="b"/>
              <a:pathLst>
                <a:path w="1695450" h="1003934">
                  <a:moveTo>
                    <a:pt x="0" y="997702"/>
                  </a:moveTo>
                  <a:lnTo>
                    <a:pt x="0" y="9430"/>
                  </a:lnTo>
                </a:path>
                <a:path w="1695450" h="1003934">
                  <a:moveTo>
                    <a:pt x="1694981" y="1003360"/>
                  </a:moveTo>
                  <a:lnTo>
                    <a:pt x="1694981" y="0"/>
                  </a:lnTo>
                </a:path>
              </a:pathLst>
            </a:custGeom>
            <a:ln w="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4" name="object 254"/>
          <p:cNvSpPr/>
          <p:nvPr/>
        </p:nvSpPr>
        <p:spPr>
          <a:xfrm>
            <a:off x="11267196" y="7564819"/>
            <a:ext cx="0" cy="73660"/>
          </a:xfrm>
          <a:custGeom>
            <a:avLst/>
            <a:gdLst/>
            <a:ahLst/>
            <a:cxnLst/>
            <a:rect l="l" t="t" r="r" b="b"/>
            <a:pathLst>
              <a:path w="0" h="73659">
                <a:moveTo>
                  <a:pt x="0" y="7355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12943324" y="7564819"/>
            <a:ext cx="0" cy="994410"/>
          </a:xfrm>
          <a:custGeom>
            <a:avLst/>
            <a:gdLst/>
            <a:ahLst/>
            <a:cxnLst/>
            <a:rect l="l" t="t" r="r" b="b"/>
            <a:pathLst>
              <a:path w="0" h="994409">
                <a:moveTo>
                  <a:pt x="0" y="99393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19229274" y="7564819"/>
            <a:ext cx="0" cy="73660"/>
          </a:xfrm>
          <a:custGeom>
            <a:avLst/>
            <a:gdLst/>
            <a:ahLst/>
            <a:cxnLst/>
            <a:rect l="l" t="t" r="r" b="b"/>
            <a:pathLst>
              <a:path w="0" h="73659">
                <a:moveTo>
                  <a:pt x="0" y="735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11267196" y="7638374"/>
            <a:ext cx="0" cy="189230"/>
          </a:xfrm>
          <a:custGeom>
            <a:avLst/>
            <a:gdLst/>
            <a:ahLst/>
            <a:cxnLst/>
            <a:rect l="l" t="t" r="r" b="b"/>
            <a:pathLst>
              <a:path w="0" h="189229">
                <a:moveTo>
                  <a:pt x="0" y="18860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14085881" y="7742104"/>
            <a:ext cx="1412240" cy="0"/>
          </a:xfrm>
          <a:custGeom>
            <a:avLst/>
            <a:gdLst/>
            <a:ahLst/>
            <a:cxnLst/>
            <a:rect l="l" t="t" r="r" b="b"/>
            <a:pathLst>
              <a:path w="1412240" h="0">
                <a:moveTo>
                  <a:pt x="0" y="0"/>
                </a:moveTo>
                <a:lnTo>
                  <a:pt x="141217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19229274" y="7638374"/>
            <a:ext cx="0" cy="438150"/>
          </a:xfrm>
          <a:custGeom>
            <a:avLst/>
            <a:gdLst/>
            <a:ahLst/>
            <a:cxnLst/>
            <a:rect l="l" t="t" r="r" b="b"/>
            <a:pathLst>
              <a:path w="0" h="438150">
                <a:moveTo>
                  <a:pt x="0" y="437555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13243104" y="7793027"/>
            <a:ext cx="684530" cy="0"/>
          </a:xfrm>
          <a:custGeom>
            <a:avLst/>
            <a:gdLst/>
            <a:ahLst/>
            <a:cxnLst/>
            <a:rect l="l" t="t" r="r" b="b"/>
            <a:pathLst>
              <a:path w="684530" h="0">
                <a:moveTo>
                  <a:pt x="0" y="0"/>
                </a:moveTo>
                <a:lnTo>
                  <a:pt x="68440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14792909" y="7742104"/>
            <a:ext cx="0" cy="283210"/>
          </a:xfrm>
          <a:custGeom>
            <a:avLst/>
            <a:gdLst/>
            <a:ahLst/>
            <a:cxnLst/>
            <a:rect l="l" t="t" r="r" b="b"/>
            <a:pathLst>
              <a:path w="0" h="283209">
                <a:moveTo>
                  <a:pt x="0" y="28290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15673395" y="7793027"/>
            <a:ext cx="594360" cy="0"/>
          </a:xfrm>
          <a:custGeom>
            <a:avLst/>
            <a:gdLst/>
            <a:ahLst/>
            <a:cxnLst/>
            <a:rect l="l" t="t" r="r" b="b"/>
            <a:pathLst>
              <a:path w="594359" h="0">
                <a:moveTo>
                  <a:pt x="0" y="0"/>
                </a:moveTo>
                <a:lnTo>
                  <a:pt x="59390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18039582" y="7787368"/>
            <a:ext cx="2065020" cy="11430"/>
          </a:xfrm>
          <a:custGeom>
            <a:avLst/>
            <a:gdLst/>
            <a:ahLst/>
            <a:cxnLst/>
            <a:rect l="l" t="t" r="r" b="b"/>
            <a:pathLst>
              <a:path w="2065019" h="11429">
                <a:moveTo>
                  <a:pt x="2064518" y="11316"/>
                </a:moveTo>
                <a:lnTo>
                  <a:pt x="0" y="11316"/>
                </a:lnTo>
                <a:lnTo>
                  <a:pt x="0" y="0"/>
                </a:lnTo>
                <a:lnTo>
                  <a:pt x="2064518" y="0"/>
                </a:lnTo>
                <a:lnTo>
                  <a:pt x="2064518" y="11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16448298" y="7826975"/>
            <a:ext cx="1416050" cy="0"/>
          </a:xfrm>
          <a:custGeom>
            <a:avLst/>
            <a:gdLst/>
            <a:ahLst/>
            <a:cxnLst/>
            <a:rect l="l" t="t" r="r" b="b"/>
            <a:pathLst>
              <a:path w="1416050" h="0">
                <a:moveTo>
                  <a:pt x="0" y="0"/>
                </a:moveTo>
                <a:lnTo>
                  <a:pt x="14159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11267196" y="7826975"/>
            <a:ext cx="0" cy="77470"/>
          </a:xfrm>
          <a:custGeom>
            <a:avLst/>
            <a:gdLst/>
            <a:ahLst/>
            <a:cxnLst/>
            <a:rect l="l" t="t" r="r" b="b"/>
            <a:pathLst>
              <a:path w="0" h="77470">
                <a:moveTo>
                  <a:pt x="0" y="7732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17155324" y="7826975"/>
            <a:ext cx="0" cy="364490"/>
          </a:xfrm>
          <a:custGeom>
            <a:avLst/>
            <a:gdLst/>
            <a:ahLst/>
            <a:cxnLst/>
            <a:rect l="l" t="t" r="r" b="b"/>
            <a:pathLst>
              <a:path w="0" h="364490">
                <a:moveTo>
                  <a:pt x="0" y="364001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7" name="object 267"/>
          <p:cNvGrpSpPr/>
          <p:nvPr/>
        </p:nvGrpSpPr>
        <p:grpSpPr>
          <a:xfrm>
            <a:off x="11264369" y="7904302"/>
            <a:ext cx="5715" cy="115570"/>
            <a:chOff x="11264369" y="7904302"/>
            <a:chExt cx="5715" cy="115570"/>
          </a:xfrm>
        </p:grpSpPr>
        <p:sp>
          <p:nvSpPr>
            <p:cNvPr id="268" name="object 268"/>
            <p:cNvSpPr/>
            <p:nvPr/>
          </p:nvSpPr>
          <p:spPr>
            <a:xfrm>
              <a:off x="11267197" y="7904302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0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1267197" y="7936364"/>
              <a:ext cx="0" cy="83185"/>
            </a:xfrm>
            <a:custGeom>
              <a:avLst/>
              <a:gdLst/>
              <a:ahLst/>
              <a:cxnLst/>
              <a:rect l="l" t="t" r="r" b="b"/>
              <a:pathLst>
                <a:path w="0" h="83184">
                  <a:moveTo>
                    <a:pt x="0" y="82984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0" name="object 270"/>
          <p:cNvSpPr/>
          <p:nvPr/>
        </p:nvSpPr>
        <p:spPr>
          <a:xfrm>
            <a:off x="14089653" y="8019349"/>
            <a:ext cx="1401445" cy="0"/>
          </a:xfrm>
          <a:custGeom>
            <a:avLst/>
            <a:gdLst/>
            <a:ahLst/>
            <a:cxnLst/>
            <a:rect l="l" t="t" r="r" b="b"/>
            <a:pathLst>
              <a:path w="1401444" h="0">
                <a:moveTo>
                  <a:pt x="0" y="0"/>
                </a:moveTo>
                <a:lnTo>
                  <a:pt x="1400858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10643127" y="806649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299779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11267196" y="8019349"/>
            <a:ext cx="0" cy="534035"/>
          </a:xfrm>
          <a:custGeom>
            <a:avLst/>
            <a:gdLst/>
            <a:ahLst/>
            <a:cxnLst/>
            <a:rect l="l" t="t" r="r" b="b"/>
            <a:pathLst>
              <a:path w="0" h="534034">
                <a:moveTo>
                  <a:pt x="0" y="53374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12941439" y="8066499"/>
            <a:ext cx="986155" cy="0"/>
          </a:xfrm>
          <a:custGeom>
            <a:avLst/>
            <a:gdLst/>
            <a:ahLst/>
            <a:cxnLst/>
            <a:rect l="l" t="t" r="r" b="b"/>
            <a:pathLst>
              <a:path w="986155" h="0">
                <a:moveTo>
                  <a:pt x="0" y="0"/>
                </a:moveTo>
                <a:lnTo>
                  <a:pt x="986068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14089653" y="8019349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93169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15490510" y="8015577"/>
            <a:ext cx="0" cy="926465"/>
          </a:xfrm>
          <a:custGeom>
            <a:avLst/>
            <a:gdLst/>
            <a:ahLst/>
            <a:cxnLst/>
            <a:rect l="l" t="t" r="r" b="b"/>
            <a:pathLst>
              <a:path w="0" h="926465">
                <a:moveTo>
                  <a:pt x="0" y="926034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15673395" y="8066499"/>
            <a:ext cx="594360" cy="0"/>
          </a:xfrm>
          <a:custGeom>
            <a:avLst/>
            <a:gdLst/>
            <a:ahLst/>
            <a:cxnLst/>
            <a:rect l="l" t="t" r="r" b="b"/>
            <a:pathLst>
              <a:path w="594359" h="0">
                <a:moveTo>
                  <a:pt x="0" y="0"/>
                </a:moveTo>
                <a:lnTo>
                  <a:pt x="59390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17713405" y="8066499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 h="0">
                <a:moveTo>
                  <a:pt x="0" y="0"/>
                </a:moveTo>
                <a:lnTo>
                  <a:pt x="622184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18925723" y="8066499"/>
            <a:ext cx="923925" cy="0"/>
          </a:xfrm>
          <a:custGeom>
            <a:avLst/>
            <a:gdLst/>
            <a:ahLst/>
            <a:cxnLst/>
            <a:rect l="l" t="t" r="r" b="b"/>
            <a:pathLst>
              <a:path w="923925" h="0">
                <a:moveTo>
                  <a:pt x="0" y="0"/>
                </a:moveTo>
                <a:lnTo>
                  <a:pt x="923849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9" name="object 279"/>
          <p:cNvGrpSpPr/>
          <p:nvPr/>
        </p:nvGrpSpPr>
        <p:grpSpPr>
          <a:xfrm>
            <a:off x="16449240" y="8066499"/>
            <a:ext cx="1409700" cy="945515"/>
            <a:chOff x="16449240" y="8066499"/>
            <a:chExt cx="1409700" cy="945515"/>
          </a:xfrm>
        </p:grpSpPr>
        <p:sp>
          <p:nvSpPr>
            <p:cNvPr id="280" name="object 280"/>
            <p:cNvSpPr/>
            <p:nvPr/>
          </p:nvSpPr>
          <p:spPr>
            <a:xfrm>
              <a:off x="17713406" y="8066499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w="0" h="125095">
                  <a:moveTo>
                    <a:pt x="0" y="1244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452069" y="8181546"/>
              <a:ext cx="1401445" cy="0"/>
            </a:xfrm>
            <a:custGeom>
              <a:avLst/>
              <a:gdLst/>
              <a:ahLst/>
              <a:cxnLst/>
              <a:rect l="l" t="t" r="r" b="b"/>
              <a:pathLst>
                <a:path w="1401444" h="0">
                  <a:moveTo>
                    <a:pt x="0" y="0"/>
                  </a:moveTo>
                  <a:lnTo>
                    <a:pt x="1400858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452069" y="8181546"/>
              <a:ext cx="0" cy="829944"/>
            </a:xfrm>
            <a:custGeom>
              <a:avLst/>
              <a:gdLst/>
              <a:ahLst/>
              <a:cxnLst/>
              <a:rect l="l" t="t" r="r" b="b"/>
              <a:pathLst>
                <a:path w="0" h="829945">
                  <a:moveTo>
                    <a:pt x="0" y="829847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7852927" y="8172116"/>
              <a:ext cx="0" cy="839469"/>
            </a:xfrm>
            <a:custGeom>
              <a:avLst/>
              <a:gdLst/>
              <a:ahLst/>
              <a:cxnLst/>
              <a:rect l="l" t="t" r="r" b="b"/>
              <a:pathLst>
                <a:path w="0" h="839470">
                  <a:moveTo>
                    <a:pt x="0" y="839277"/>
                  </a:moveTo>
                  <a:lnTo>
                    <a:pt x="0" y="0"/>
                  </a:lnTo>
                </a:path>
              </a:pathLst>
            </a:custGeom>
            <a:ln w="11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4" name="object 284"/>
          <p:cNvSpPr/>
          <p:nvPr/>
        </p:nvSpPr>
        <p:spPr>
          <a:xfrm>
            <a:off x="18667423" y="8226811"/>
            <a:ext cx="1376680" cy="0"/>
          </a:xfrm>
          <a:custGeom>
            <a:avLst/>
            <a:gdLst/>
            <a:ahLst/>
            <a:cxnLst/>
            <a:rect l="l" t="t" r="r" b="b"/>
            <a:pathLst>
              <a:path w="1376680" h="0">
                <a:moveTo>
                  <a:pt x="0" y="0"/>
                </a:moveTo>
                <a:lnTo>
                  <a:pt x="137634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13243104" y="8351287"/>
            <a:ext cx="684530" cy="0"/>
          </a:xfrm>
          <a:custGeom>
            <a:avLst/>
            <a:gdLst/>
            <a:ahLst/>
            <a:cxnLst/>
            <a:rect l="l" t="t" r="r" b="b"/>
            <a:pathLst>
              <a:path w="684530" h="0">
                <a:moveTo>
                  <a:pt x="0" y="0"/>
                </a:moveTo>
                <a:lnTo>
                  <a:pt x="68440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6" name="object 286"/>
          <p:cNvGrpSpPr/>
          <p:nvPr/>
        </p:nvGrpSpPr>
        <p:grpSpPr>
          <a:xfrm>
            <a:off x="15481082" y="8226811"/>
            <a:ext cx="786765" cy="434340"/>
            <a:chOff x="15481082" y="8226811"/>
            <a:chExt cx="786765" cy="434340"/>
          </a:xfrm>
        </p:grpSpPr>
        <p:sp>
          <p:nvSpPr>
            <p:cNvPr id="287" name="object 287"/>
            <p:cNvSpPr/>
            <p:nvPr/>
          </p:nvSpPr>
          <p:spPr>
            <a:xfrm>
              <a:off x="15673394" y="8226811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w="0" h="434340">
                  <a:moveTo>
                    <a:pt x="0" y="433783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5481082" y="8351288"/>
              <a:ext cx="786765" cy="0"/>
            </a:xfrm>
            <a:custGeom>
              <a:avLst/>
              <a:gdLst/>
              <a:ahLst/>
              <a:cxnLst/>
              <a:rect l="l" t="t" r="r" b="b"/>
              <a:pathLst>
                <a:path w="786765" h="0">
                  <a:moveTo>
                    <a:pt x="0" y="0"/>
                  </a:moveTo>
                  <a:lnTo>
                    <a:pt x="786215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/>
          <p:nvPr/>
        </p:nvSpPr>
        <p:spPr>
          <a:xfrm>
            <a:off x="18039582" y="8351287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4" h="0">
                <a:moveTo>
                  <a:pt x="0" y="0"/>
                </a:moveTo>
                <a:lnTo>
                  <a:pt x="296009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18667423" y="8226811"/>
            <a:ext cx="0" cy="213360"/>
          </a:xfrm>
          <a:custGeom>
            <a:avLst/>
            <a:gdLst/>
            <a:ahLst/>
            <a:cxnLst/>
            <a:rect l="l" t="t" r="r" b="b"/>
            <a:pathLst>
              <a:path w="0" h="213359">
                <a:moveTo>
                  <a:pt x="0" y="21311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20043770" y="8226811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09">
                <a:moveTo>
                  <a:pt x="0" y="714800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2" name="object 292"/>
          <p:cNvGrpSpPr/>
          <p:nvPr/>
        </p:nvGrpSpPr>
        <p:grpSpPr>
          <a:xfrm>
            <a:off x="18667423" y="8437102"/>
            <a:ext cx="561975" cy="5715"/>
            <a:chOff x="18667423" y="8437102"/>
            <a:chExt cx="561975" cy="5715"/>
          </a:xfrm>
        </p:grpSpPr>
        <p:sp>
          <p:nvSpPr>
            <p:cNvPr id="293" name="object 293"/>
            <p:cNvSpPr/>
            <p:nvPr/>
          </p:nvSpPr>
          <p:spPr>
            <a:xfrm>
              <a:off x="18667423" y="8439931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5" h="0">
                  <a:moveTo>
                    <a:pt x="0" y="0"/>
                  </a:moveTo>
                  <a:lnTo>
                    <a:pt x="262071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8929495" y="8439931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5" h="0">
                  <a:moveTo>
                    <a:pt x="0" y="0"/>
                  </a:moveTo>
                  <a:lnTo>
                    <a:pt x="299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5" name="object 295"/>
          <p:cNvSpPr/>
          <p:nvPr/>
        </p:nvSpPr>
        <p:spPr>
          <a:xfrm>
            <a:off x="8946260" y="8553091"/>
            <a:ext cx="1706880" cy="0"/>
          </a:xfrm>
          <a:custGeom>
            <a:avLst/>
            <a:gdLst/>
            <a:ahLst/>
            <a:cxnLst/>
            <a:rect l="l" t="t" r="r" b="b"/>
            <a:pathLst>
              <a:path w="1706879" h="0">
                <a:moveTo>
                  <a:pt x="0" y="0"/>
                </a:moveTo>
                <a:lnTo>
                  <a:pt x="1706294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11267196" y="8553091"/>
            <a:ext cx="1684020" cy="0"/>
          </a:xfrm>
          <a:custGeom>
            <a:avLst/>
            <a:gdLst/>
            <a:ahLst/>
            <a:cxnLst/>
            <a:rect l="l" t="t" r="r" b="b"/>
            <a:pathLst>
              <a:path w="1684020" h="0">
                <a:moveTo>
                  <a:pt x="0" y="0"/>
                </a:moveTo>
                <a:lnTo>
                  <a:pt x="1683669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7" name="object 297"/>
          <p:cNvGrpSpPr/>
          <p:nvPr/>
        </p:nvGrpSpPr>
        <p:grpSpPr>
          <a:xfrm>
            <a:off x="17843500" y="8439931"/>
            <a:ext cx="828040" cy="502284"/>
            <a:chOff x="17843500" y="8439931"/>
            <a:chExt cx="828040" cy="502284"/>
          </a:xfrm>
        </p:grpSpPr>
        <p:sp>
          <p:nvSpPr>
            <p:cNvPr id="298" name="object 298"/>
            <p:cNvSpPr/>
            <p:nvPr/>
          </p:nvSpPr>
          <p:spPr>
            <a:xfrm>
              <a:off x="17843500" y="8439931"/>
              <a:ext cx="828040" cy="154940"/>
            </a:xfrm>
            <a:custGeom>
              <a:avLst/>
              <a:gdLst/>
              <a:ahLst/>
              <a:cxnLst/>
              <a:rect l="l" t="t" r="r" b="b"/>
              <a:pathLst>
                <a:path w="828040" h="154940">
                  <a:moveTo>
                    <a:pt x="823923" y="113160"/>
                  </a:moveTo>
                  <a:lnTo>
                    <a:pt x="823923" y="0"/>
                  </a:lnTo>
                </a:path>
                <a:path w="828040" h="154940">
                  <a:moveTo>
                    <a:pt x="0" y="154653"/>
                  </a:moveTo>
                  <a:lnTo>
                    <a:pt x="827694" y="154653"/>
                  </a:lnTo>
                </a:path>
              </a:pathLst>
            </a:custGeom>
            <a:ln w="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8667423" y="8553092"/>
              <a:ext cx="0" cy="388620"/>
            </a:xfrm>
            <a:custGeom>
              <a:avLst/>
              <a:gdLst/>
              <a:ahLst/>
              <a:cxnLst/>
              <a:rect l="l" t="t" r="r" b="b"/>
              <a:pathLst>
                <a:path w="0" h="388620">
                  <a:moveTo>
                    <a:pt x="0" y="3885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0" name="object 300"/>
          <p:cNvGrpSpPr/>
          <p:nvPr/>
        </p:nvGrpSpPr>
        <p:grpSpPr>
          <a:xfrm>
            <a:off x="8950031" y="8594584"/>
            <a:ext cx="1412240" cy="66040"/>
            <a:chOff x="8950031" y="8594584"/>
            <a:chExt cx="1412240" cy="66040"/>
          </a:xfrm>
        </p:grpSpPr>
        <p:sp>
          <p:nvSpPr>
            <p:cNvPr id="301" name="object 301"/>
            <p:cNvSpPr/>
            <p:nvPr/>
          </p:nvSpPr>
          <p:spPr>
            <a:xfrm>
              <a:off x="8950031" y="8651165"/>
              <a:ext cx="1412240" cy="0"/>
            </a:xfrm>
            <a:custGeom>
              <a:avLst/>
              <a:gdLst/>
              <a:ahLst/>
              <a:cxnLst/>
              <a:rect l="l" t="t" r="r" b="b"/>
              <a:pathLst>
                <a:path w="1412240" h="0">
                  <a:moveTo>
                    <a:pt x="0" y="0"/>
                  </a:moveTo>
                  <a:lnTo>
                    <a:pt x="1412170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0354660" y="8594584"/>
              <a:ext cx="0" cy="66040"/>
            </a:xfrm>
            <a:custGeom>
              <a:avLst/>
              <a:gdLst/>
              <a:ahLst/>
              <a:cxnLst/>
              <a:rect l="l" t="t" r="r" b="b"/>
              <a:pathLst>
                <a:path w="0" h="66040">
                  <a:moveTo>
                    <a:pt x="0" y="66010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3" name="object 303"/>
          <p:cNvSpPr/>
          <p:nvPr/>
        </p:nvSpPr>
        <p:spPr>
          <a:xfrm>
            <a:off x="11533039" y="8651164"/>
            <a:ext cx="1221740" cy="0"/>
          </a:xfrm>
          <a:custGeom>
            <a:avLst/>
            <a:gdLst/>
            <a:ahLst/>
            <a:cxnLst/>
            <a:rect l="l" t="t" r="r" b="b"/>
            <a:pathLst>
              <a:path w="1221740" h="0">
                <a:moveTo>
                  <a:pt x="0" y="0"/>
                </a:moveTo>
                <a:lnTo>
                  <a:pt x="1221744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13243104" y="8651164"/>
            <a:ext cx="684530" cy="0"/>
          </a:xfrm>
          <a:custGeom>
            <a:avLst/>
            <a:gdLst/>
            <a:ahLst/>
            <a:cxnLst/>
            <a:rect l="l" t="t" r="r" b="b"/>
            <a:pathLst>
              <a:path w="684530" h="0">
                <a:moveTo>
                  <a:pt x="0" y="0"/>
                </a:moveTo>
                <a:lnTo>
                  <a:pt x="684403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15481082" y="8651164"/>
            <a:ext cx="786765" cy="0"/>
          </a:xfrm>
          <a:custGeom>
            <a:avLst/>
            <a:gdLst/>
            <a:ahLst/>
            <a:cxnLst/>
            <a:rect l="l" t="t" r="r" b="b"/>
            <a:pathLst>
              <a:path w="786765" h="0">
                <a:moveTo>
                  <a:pt x="0" y="0"/>
                </a:moveTo>
                <a:lnTo>
                  <a:pt x="786215" y="0"/>
                </a:lnTo>
              </a:path>
            </a:pathLst>
          </a:custGeom>
          <a:ln w="113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18039582" y="8651164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4" h="0">
                <a:moveTo>
                  <a:pt x="0" y="0"/>
                </a:moveTo>
                <a:lnTo>
                  <a:pt x="296009" y="0"/>
                </a:lnTo>
              </a:path>
            </a:pathLst>
          </a:custGeom>
          <a:ln w="56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9760756" y="8641734"/>
            <a:ext cx="0" cy="1482725"/>
          </a:xfrm>
          <a:custGeom>
            <a:avLst/>
            <a:gdLst/>
            <a:ahLst/>
            <a:cxnLst/>
            <a:rect l="l" t="t" r="r" b="b"/>
            <a:pathLst>
              <a:path w="0" h="1482725">
                <a:moveTo>
                  <a:pt x="0" y="148240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10054880" y="8641734"/>
            <a:ext cx="0" cy="1482725"/>
          </a:xfrm>
          <a:custGeom>
            <a:avLst/>
            <a:gdLst/>
            <a:ahLst/>
            <a:cxnLst/>
            <a:rect l="l" t="t" r="r" b="b"/>
            <a:pathLst>
              <a:path w="0" h="1482725">
                <a:moveTo>
                  <a:pt x="0" y="148240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11829048" y="8641734"/>
            <a:ext cx="0" cy="1482725"/>
          </a:xfrm>
          <a:custGeom>
            <a:avLst/>
            <a:gdLst/>
            <a:ahLst/>
            <a:cxnLst/>
            <a:rect l="l" t="t" r="r" b="b"/>
            <a:pathLst>
              <a:path w="0" h="1482725">
                <a:moveTo>
                  <a:pt x="0" y="1482408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14085881" y="8843538"/>
            <a:ext cx="1416050" cy="0"/>
          </a:xfrm>
          <a:custGeom>
            <a:avLst/>
            <a:gdLst/>
            <a:ahLst/>
            <a:cxnLst/>
            <a:rect l="l" t="t" r="r" b="b"/>
            <a:pathLst>
              <a:path w="1416050" h="0">
                <a:moveTo>
                  <a:pt x="0" y="0"/>
                </a:moveTo>
                <a:lnTo>
                  <a:pt x="14159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18667423" y="8843538"/>
            <a:ext cx="1382395" cy="0"/>
          </a:xfrm>
          <a:custGeom>
            <a:avLst/>
            <a:gdLst/>
            <a:ahLst/>
            <a:cxnLst/>
            <a:rect l="l" t="t" r="r" b="b"/>
            <a:pathLst>
              <a:path w="1382394" h="0">
                <a:moveTo>
                  <a:pt x="0" y="0"/>
                </a:moveTo>
                <a:lnTo>
                  <a:pt x="13820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2" name="object 312"/>
          <p:cNvGrpSpPr/>
          <p:nvPr/>
        </p:nvGrpSpPr>
        <p:grpSpPr>
          <a:xfrm>
            <a:off x="8851989" y="8843538"/>
            <a:ext cx="5692140" cy="494665"/>
            <a:chOff x="8851989" y="8843538"/>
            <a:chExt cx="5692140" cy="494665"/>
          </a:xfrm>
        </p:grpSpPr>
        <p:sp>
          <p:nvSpPr>
            <p:cNvPr id="313" name="object 313"/>
            <p:cNvSpPr/>
            <p:nvPr/>
          </p:nvSpPr>
          <p:spPr>
            <a:xfrm>
              <a:off x="8851989" y="8941611"/>
              <a:ext cx="5692140" cy="0"/>
            </a:xfrm>
            <a:custGeom>
              <a:avLst/>
              <a:gdLst/>
              <a:ahLst/>
              <a:cxnLst/>
              <a:rect l="l" t="t" r="r" b="b"/>
              <a:pathLst>
                <a:path w="5692140" h="0">
                  <a:moveTo>
                    <a:pt x="0" y="0"/>
                  </a:moveTo>
                  <a:lnTo>
                    <a:pt x="5692046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354659" y="8843538"/>
              <a:ext cx="290830" cy="494665"/>
            </a:xfrm>
            <a:custGeom>
              <a:avLst/>
              <a:gdLst/>
              <a:ahLst/>
              <a:cxnLst/>
              <a:rect l="l" t="t" r="r" b="b"/>
              <a:pathLst>
                <a:path w="290829" h="494665">
                  <a:moveTo>
                    <a:pt x="0" y="494136"/>
                  </a:moveTo>
                  <a:lnTo>
                    <a:pt x="0" y="0"/>
                  </a:lnTo>
                </a:path>
                <a:path w="290829" h="494665">
                  <a:moveTo>
                    <a:pt x="290352" y="494136"/>
                  </a:moveTo>
                  <a:lnTo>
                    <a:pt x="290352" y="0"/>
                  </a:lnTo>
                </a:path>
              </a:pathLst>
            </a:custGeom>
            <a:ln w="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2089235" y="8843538"/>
              <a:ext cx="0" cy="107950"/>
            </a:xfrm>
            <a:custGeom>
              <a:avLst/>
              <a:gdLst/>
              <a:ahLst/>
              <a:cxnLst/>
              <a:rect l="l" t="t" r="r" b="b"/>
              <a:pathLst>
                <a:path w="0" h="107950">
                  <a:moveTo>
                    <a:pt x="0" y="1075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6" name="object 316"/>
          <p:cNvSpPr/>
          <p:nvPr/>
        </p:nvSpPr>
        <p:spPr>
          <a:xfrm>
            <a:off x="14792909" y="8843538"/>
            <a:ext cx="0" cy="375920"/>
          </a:xfrm>
          <a:custGeom>
            <a:avLst/>
            <a:gdLst/>
            <a:ahLst/>
            <a:cxnLst/>
            <a:rect l="l" t="t" r="r" b="b"/>
            <a:pathLst>
              <a:path w="0" h="375920">
                <a:moveTo>
                  <a:pt x="0" y="375317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15673395" y="8941611"/>
            <a:ext cx="594360" cy="0"/>
          </a:xfrm>
          <a:custGeom>
            <a:avLst/>
            <a:gdLst/>
            <a:ahLst/>
            <a:cxnLst/>
            <a:rect l="l" t="t" r="r" b="b"/>
            <a:pathLst>
              <a:path w="594359" h="0">
                <a:moveTo>
                  <a:pt x="0" y="0"/>
                </a:moveTo>
                <a:lnTo>
                  <a:pt x="593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16448298" y="8941611"/>
            <a:ext cx="1416050" cy="0"/>
          </a:xfrm>
          <a:custGeom>
            <a:avLst/>
            <a:gdLst/>
            <a:ahLst/>
            <a:cxnLst/>
            <a:rect l="l" t="t" r="r" b="b"/>
            <a:pathLst>
              <a:path w="1416050" h="0">
                <a:moveTo>
                  <a:pt x="0" y="0"/>
                </a:moveTo>
                <a:lnTo>
                  <a:pt x="14159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18039582" y="8941611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4" h="0">
                <a:moveTo>
                  <a:pt x="0" y="0"/>
                </a:moveTo>
                <a:lnTo>
                  <a:pt x="296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10942907" y="8932181"/>
            <a:ext cx="0" cy="328295"/>
          </a:xfrm>
          <a:custGeom>
            <a:avLst/>
            <a:gdLst/>
            <a:ahLst/>
            <a:cxnLst/>
            <a:rect l="l" t="t" r="r" b="b"/>
            <a:pathLst>
              <a:path w="0" h="328295">
                <a:moveTo>
                  <a:pt x="0" y="32816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11267196" y="8932181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11533039" y="8932181"/>
            <a:ext cx="0" cy="405765"/>
          </a:xfrm>
          <a:custGeom>
            <a:avLst/>
            <a:gdLst/>
            <a:ahLst/>
            <a:cxnLst/>
            <a:rect l="l" t="t" r="r" b="b"/>
            <a:pathLst>
              <a:path w="0" h="405765">
                <a:moveTo>
                  <a:pt x="0" y="405493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12089234" y="8932181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12421066" y="8932181"/>
            <a:ext cx="0" cy="328295"/>
          </a:xfrm>
          <a:custGeom>
            <a:avLst/>
            <a:gdLst/>
            <a:ahLst/>
            <a:cxnLst/>
            <a:rect l="l" t="t" r="r" b="b"/>
            <a:pathLst>
              <a:path w="0" h="328295">
                <a:moveTo>
                  <a:pt x="0" y="328166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12754783" y="8932181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21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13014969" y="8932181"/>
            <a:ext cx="0" cy="405765"/>
          </a:xfrm>
          <a:custGeom>
            <a:avLst/>
            <a:gdLst/>
            <a:ahLst/>
            <a:cxnLst/>
            <a:rect l="l" t="t" r="r" b="b"/>
            <a:pathLst>
              <a:path w="0" h="405765">
                <a:moveTo>
                  <a:pt x="0" y="405493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13307207" y="8932181"/>
            <a:ext cx="0" cy="405765"/>
          </a:xfrm>
          <a:custGeom>
            <a:avLst/>
            <a:gdLst/>
            <a:ahLst/>
            <a:cxnLst/>
            <a:rect l="l" t="t" r="r" b="b"/>
            <a:pathLst>
              <a:path w="0" h="405765">
                <a:moveTo>
                  <a:pt x="0" y="405493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18929494" y="8941611"/>
            <a:ext cx="0" cy="1183005"/>
          </a:xfrm>
          <a:custGeom>
            <a:avLst/>
            <a:gdLst/>
            <a:ahLst/>
            <a:cxnLst/>
            <a:rect l="l" t="t" r="r" b="b"/>
            <a:pathLst>
              <a:path w="0" h="1183004">
                <a:moveTo>
                  <a:pt x="0" y="1182532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11267196" y="9011394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40">
                <a:moveTo>
                  <a:pt x="0" y="20557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12089234" y="9011394"/>
            <a:ext cx="0" cy="326390"/>
          </a:xfrm>
          <a:custGeom>
            <a:avLst/>
            <a:gdLst/>
            <a:ahLst/>
            <a:cxnLst/>
            <a:rect l="l" t="t" r="r" b="b"/>
            <a:pathLst>
              <a:path w="0" h="326390">
                <a:moveTo>
                  <a:pt x="0" y="32628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12754783" y="9011394"/>
            <a:ext cx="0" cy="249554"/>
          </a:xfrm>
          <a:custGeom>
            <a:avLst/>
            <a:gdLst/>
            <a:ahLst/>
            <a:cxnLst/>
            <a:rect l="l" t="t" r="r" b="b"/>
            <a:pathLst>
              <a:path w="0" h="249554">
                <a:moveTo>
                  <a:pt x="0" y="2489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17155324" y="9011394"/>
            <a:ext cx="0" cy="334010"/>
          </a:xfrm>
          <a:custGeom>
            <a:avLst/>
            <a:gdLst/>
            <a:ahLst/>
            <a:cxnLst/>
            <a:rect l="l" t="t" r="r" b="b"/>
            <a:pathLst>
              <a:path w="0" h="334009">
                <a:moveTo>
                  <a:pt x="0" y="333824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3" name="object 333"/>
          <p:cNvGrpSpPr/>
          <p:nvPr/>
        </p:nvGrpSpPr>
        <p:grpSpPr>
          <a:xfrm>
            <a:off x="19226446" y="9011394"/>
            <a:ext cx="5715" cy="326390"/>
            <a:chOff x="19226446" y="9011394"/>
            <a:chExt cx="5715" cy="326390"/>
          </a:xfrm>
        </p:grpSpPr>
        <p:sp>
          <p:nvSpPr>
            <p:cNvPr id="334" name="object 334"/>
            <p:cNvSpPr/>
            <p:nvPr/>
          </p:nvSpPr>
          <p:spPr>
            <a:xfrm>
              <a:off x="19229274" y="9011394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w="0" h="77470">
                  <a:moveTo>
                    <a:pt x="0" y="773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9229274" y="9088720"/>
              <a:ext cx="0" cy="249554"/>
            </a:xfrm>
            <a:custGeom>
              <a:avLst/>
              <a:gdLst/>
              <a:ahLst/>
              <a:cxnLst/>
              <a:rect l="l" t="t" r="r" b="b"/>
              <a:pathLst>
                <a:path w="0" h="249554">
                  <a:moveTo>
                    <a:pt x="0" y="248954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6" name="object 336"/>
          <p:cNvGrpSpPr/>
          <p:nvPr/>
        </p:nvGrpSpPr>
        <p:grpSpPr>
          <a:xfrm>
            <a:off x="14089653" y="9214140"/>
            <a:ext cx="1401445" cy="5715"/>
            <a:chOff x="14089653" y="9214140"/>
            <a:chExt cx="1401445" cy="5715"/>
          </a:xfrm>
        </p:grpSpPr>
        <p:sp>
          <p:nvSpPr>
            <p:cNvPr id="337" name="object 337"/>
            <p:cNvSpPr/>
            <p:nvPr/>
          </p:nvSpPr>
          <p:spPr>
            <a:xfrm>
              <a:off x="14089653" y="9216969"/>
              <a:ext cx="709295" cy="0"/>
            </a:xfrm>
            <a:custGeom>
              <a:avLst/>
              <a:gdLst/>
              <a:ahLst/>
              <a:cxnLst/>
              <a:rect l="l" t="t" r="r" b="b"/>
              <a:pathLst>
                <a:path w="709294" h="0">
                  <a:moveTo>
                    <a:pt x="0" y="0"/>
                  </a:moveTo>
                  <a:lnTo>
                    <a:pt x="70891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4789139" y="9216969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 h="0">
                  <a:moveTo>
                    <a:pt x="0" y="0"/>
                  </a:moveTo>
                  <a:lnTo>
                    <a:pt x="86728" y="0"/>
                  </a:lnTo>
                </a:path>
              </a:pathLst>
            </a:custGeom>
            <a:ln w="5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4875868" y="9216969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80" h="0">
                  <a:moveTo>
                    <a:pt x="0" y="0"/>
                  </a:moveTo>
                  <a:lnTo>
                    <a:pt x="61464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0" name="object 340"/>
          <p:cNvGrpSpPr/>
          <p:nvPr/>
        </p:nvGrpSpPr>
        <p:grpSpPr>
          <a:xfrm>
            <a:off x="8851989" y="9216969"/>
            <a:ext cx="5075555" cy="121285"/>
            <a:chOff x="8851989" y="9216969"/>
            <a:chExt cx="5075555" cy="121285"/>
          </a:xfrm>
        </p:grpSpPr>
        <p:sp>
          <p:nvSpPr>
            <p:cNvPr id="341" name="object 341"/>
            <p:cNvSpPr/>
            <p:nvPr/>
          </p:nvSpPr>
          <p:spPr>
            <a:xfrm>
              <a:off x="8851989" y="9250918"/>
              <a:ext cx="5075555" cy="0"/>
            </a:xfrm>
            <a:custGeom>
              <a:avLst/>
              <a:gdLst/>
              <a:ahLst/>
              <a:cxnLst/>
              <a:rect l="l" t="t" r="r" b="b"/>
              <a:pathLst>
                <a:path w="5075555" h="0">
                  <a:moveTo>
                    <a:pt x="0" y="0"/>
                  </a:moveTo>
                  <a:lnTo>
                    <a:pt x="5075517" y="0"/>
                  </a:lnTo>
                </a:path>
              </a:pathLst>
            </a:custGeom>
            <a:ln w="1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1267197" y="9216969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w="0" h="121284">
                  <a:moveTo>
                    <a:pt x="0" y="120705"/>
                  </a:moveTo>
                  <a:lnTo>
                    <a:pt x="0" y="0"/>
                  </a:lnTo>
                </a:path>
              </a:pathLst>
            </a:custGeom>
            <a:ln w="56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3" name="object 343"/>
          <p:cNvSpPr/>
          <p:nvPr/>
        </p:nvSpPr>
        <p:spPr>
          <a:xfrm>
            <a:off x="14089653" y="9216969"/>
            <a:ext cx="0" cy="668020"/>
          </a:xfrm>
          <a:custGeom>
            <a:avLst/>
            <a:gdLst/>
            <a:ahLst/>
            <a:cxnLst/>
            <a:rect l="l" t="t" r="r" b="b"/>
            <a:pathLst>
              <a:path w="0" h="668020">
                <a:moveTo>
                  <a:pt x="0" y="667649"/>
                </a:moveTo>
                <a:lnTo>
                  <a:pt x="0" y="0"/>
                </a:lnTo>
              </a:path>
            </a:pathLst>
          </a:custGeom>
          <a:ln w="56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15490510" y="9216969"/>
            <a:ext cx="0" cy="669925"/>
          </a:xfrm>
          <a:custGeom>
            <a:avLst/>
            <a:gdLst/>
            <a:ahLst/>
            <a:cxnLst/>
            <a:rect l="l" t="t" r="r" b="b"/>
            <a:pathLst>
              <a:path w="0" h="669925">
                <a:moveTo>
                  <a:pt x="0" y="669535"/>
                </a:moveTo>
                <a:lnTo>
                  <a:pt x="0" y="0"/>
                </a:lnTo>
              </a:path>
            </a:pathLst>
          </a:custGeom>
          <a:ln w="113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18039582" y="9245259"/>
            <a:ext cx="2065020" cy="11430"/>
          </a:xfrm>
          <a:custGeom>
            <a:avLst/>
            <a:gdLst/>
            <a:ahLst/>
            <a:cxnLst/>
            <a:rect l="l" t="t" r="r" b="b"/>
            <a:pathLst>
              <a:path w="2065019" h="11429">
                <a:moveTo>
                  <a:pt x="2064518" y="11316"/>
                </a:moveTo>
                <a:lnTo>
                  <a:pt x="0" y="11316"/>
                </a:lnTo>
                <a:lnTo>
                  <a:pt x="0" y="0"/>
                </a:lnTo>
                <a:lnTo>
                  <a:pt x="2064518" y="0"/>
                </a:lnTo>
                <a:lnTo>
                  <a:pt x="2064518" y="11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6" name="object 346"/>
          <p:cNvGrpSpPr/>
          <p:nvPr/>
        </p:nvGrpSpPr>
        <p:grpSpPr>
          <a:xfrm>
            <a:off x="14085881" y="9333903"/>
            <a:ext cx="3778885" cy="707390"/>
            <a:chOff x="14085881" y="9333903"/>
            <a:chExt cx="3778885" cy="707390"/>
          </a:xfrm>
        </p:grpSpPr>
        <p:sp>
          <p:nvSpPr>
            <p:cNvPr id="347" name="object 347"/>
            <p:cNvSpPr/>
            <p:nvPr/>
          </p:nvSpPr>
          <p:spPr>
            <a:xfrm>
              <a:off x="15481083" y="9337675"/>
              <a:ext cx="2372360" cy="703580"/>
            </a:xfrm>
            <a:custGeom>
              <a:avLst/>
              <a:gdLst/>
              <a:ahLst/>
              <a:cxnLst/>
              <a:rect l="l" t="t" r="r" b="b"/>
              <a:pathLst>
                <a:path w="2372359" h="703579">
                  <a:moveTo>
                    <a:pt x="970985" y="0"/>
                  </a:moveTo>
                  <a:lnTo>
                    <a:pt x="2371843" y="0"/>
                  </a:lnTo>
                </a:path>
                <a:path w="2372359" h="703579">
                  <a:moveTo>
                    <a:pt x="970985" y="703484"/>
                  </a:moveTo>
                  <a:lnTo>
                    <a:pt x="970985" y="0"/>
                  </a:lnTo>
                </a:path>
                <a:path w="2372359" h="703579">
                  <a:moveTo>
                    <a:pt x="0" y="173513"/>
                  </a:moveTo>
                  <a:lnTo>
                    <a:pt x="978526" y="173513"/>
                  </a:lnTo>
                </a:path>
              </a:pathLst>
            </a:custGeom>
            <a:ln w="5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7852926" y="9333903"/>
              <a:ext cx="0" cy="707390"/>
            </a:xfrm>
            <a:custGeom>
              <a:avLst/>
              <a:gdLst/>
              <a:ahLst/>
              <a:cxnLst/>
              <a:rect l="l" t="t" r="r" b="b"/>
              <a:pathLst>
                <a:path w="0" h="707390">
                  <a:moveTo>
                    <a:pt x="0" y="707256"/>
                  </a:moveTo>
                  <a:lnTo>
                    <a:pt x="0" y="0"/>
                  </a:lnTo>
                </a:path>
              </a:pathLst>
            </a:custGeom>
            <a:ln w="11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4085881" y="9884619"/>
              <a:ext cx="3778885" cy="66040"/>
            </a:xfrm>
            <a:custGeom>
              <a:avLst/>
              <a:gdLst/>
              <a:ahLst/>
              <a:cxnLst/>
              <a:rect l="l" t="t" r="r" b="b"/>
              <a:pathLst>
                <a:path w="3778884" h="66040">
                  <a:moveTo>
                    <a:pt x="0" y="0"/>
                  </a:moveTo>
                  <a:lnTo>
                    <a:pt x="1412170" y="0"/>
                  </a:lnTo>
                </a:path>
                <a:path w="3778884" h="66040">
                  <a:moveTo>
                    <a:pt x="2362415" y="66010"/>
                  </a:moveTo>
                  <a:lnTo>
                    <a:pt x="3778357" y="660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0" name="object 350" descr="$PPTXTitle"/>
          <p:cNvSpPr txBox="1">
            <a:spLocks noGrp="1"/>
          </p:cNvSpPr>
          <p:nvPr>
            <p:ph type="title"/>
          </p:nvPr>
        </p:nvSpPr>
        <p:spPr>
          <a:xfrm>
            <a:off x="4584677" y="996321"/>
            <a:ext cx="2289175" cy="704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6110" algn="l"/>
              </a:tabLst>
            </a:pPr>
            <a:r>
              <a:rPr dirty="0" spc="20">
                <a:solidFill>
                  <a:srgbClr val="D62D27"/>
                </a:solidFill>
              </a:rPr>
              <a:t>e</a:t>
            </a:r>
            <a:r>
              <a:rPr dirty="0">
                <a:solidFill>
                  <a:srgbClr val="D62D27"/>
                </a:solidFill>
              </a:rPr>
              <a:t>	</a:t>
            </a:r>
            <a:r>
              <a:rPr dirty="0" spc="560">
                <a:solidFill>
                  <a:srgbClr val="D62D27"/>
                </a:solidFill>
              </a:rPr>
              <a:t>Base</a:t>
            </a:r>
          </a:p>
        </p:txBody>
      </p:sp>
      <p:sp>
        <p:nvSpPr>
          <p:cNvPr id="351" name="object 351"/>
          <p:cNvSpPr txBox="1"/>
          <p:nvPr/>
        </p:nvSpPr>
        <p:spPr>
          <a:xfrm>
            <a:off x="935840" y="4619045"/>
            <a:ext cx="3537585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110" b="1">
                <a:solidFill>
                  <a:srgbClr val="E66233"/>
                </a:solidFill>
                <a:latin typeface="Arial"/>
                <a:cs typeface="Arial"/>
              </a:rPr>
              <a:t>Diseño</a:t>
            </a:r>
            <a:r>
              <a:rPr dirty="0" sz="3000" spc="240" b="1">
                <a:solidFill>
                  <a:srgbClr val="E66233"/>
                </a:solidFill>
                <a:latin typeface="Arial"/>
                <a:cs typeface="Arial"/>
              </a:rPr>
              <a:t> </a:t>
            </a:r>
            <a:r>
              <a:rPr dirty="0" sz="3000" spc="75" b="1">
                <a:solidFill>
                  <a:srgbClr val="E66233"/>
                </a:solidFill>
                <a:latin typeface="Arial"/>
                <a:cs typeface="Arial"/>
              </a:rPr>
              <a:t>Relacional</a:t>
            </a:r>
            <a:endParaRPr sz="3000">
              <a:latin typeface="Arial"/>
              <a:cs typeface="Arial"/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891627" y="6657671"/>
            <a:ext cx="455993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8940" indent="-396240">
              <a:lnSpc>
                <a:spcPct val="100000"/>
              </a:lnSpc>
              <a:spcBef>
                <a:spcPts val="100"/>
              </a:spcBef>
              <a:buClr>
                <a:srgbClr val="E66233"/>
              </a:buClr>
              <a:buSzPct val="128205"/>
              <a:buChar char="➔"/>
              <a:tabLst>
                <a:tab pos="408940" algn="l"/>
              </a:tabLst>
            </a:pPr>
            <a:r>
              <a:rPr dirty="0" sz="1950" spc="-25">
                <a:solidFill>
                  <a:srgbClr val="717474"/>
                </a:solidFill>
                <a:latin typeface="Arial"/>
                <a:cs typeface="Arial"/>
              </a:rPr>
              <a:t>Normalización</a:t>
            </a:r>
            <a:r>
              <a:rPr dirty="0" sz="1950" spc="5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60">
                <a:solidFill>
                  <a:srgbClr val="717474"/>
                </a:solidFill>
                <a:latin typeface="Arial"/>
                <a:cs typeface="Arial"/>
              </a:rPr>
              <a:t>para</a:t>
            </a:r>
            <a:r>
              <a:rPr dirty="0" sz="1950" spc="-9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717474"/>
                </a:solidFill>
                <a:latin typeface="Arial"/>
                <a:cs typeface="Arial"/>
              </a:rPr>
              <a:t>evitar</a:t>
            </a:r>
            <a:r>
              <a:rPr dirty="0" sz="1950" spc="-7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100">
                <a:solidFill>
                  <a:srgbClr val="717474"/>
                </a:solidFill>
                <a:latin typeface="Arial"/>
                <a:cs typeface="Arial"/>
              </a:rPr>
              <a:t>redundancia</a:t>
            </a:r>
            <a:r>
              <a:rPr dirty="0" sz="1950" spc="-100">
                <a:solidFill>
                  <a:srgbClr val="9A9A9A"/>
                </a:solidFill>
                <a:latin typeface="Arial"/>
                <a:cs typeface="Arial"/>
              </a:rPr>
              <a:t>..</a:t>
            </a:r>
            <a:endParaRPr sz="1950">
              <a:latin typeface="Arial"/>
              <a:cs typeface="Arial"/>
            </a:endParaRPr>
          </a:p>
        </p:txBody>
      </p:sp>
      <p:sp>
        <p:nvSpPr>
          <p:cNvPr id="353" name="object 353"/>
          <p:cNvSpPr txBox="1"/>
          <p:nvPr/>
        </p:nvSpPr>
        <p:spPr>
          <a:xfrm>
            <a:off x="891627" y="7051377"/>
            <a:ext cx="5380355" cy="7416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23215" indent="-317500">
              <a:lnSpc>
                <a:spcPct val="100000"/>
              </a:lnSpc>
              <a:spcBef>
                <a:spcPts val="90"/>
              </a:spcBef>
              <a:buClr>
                <a:srgbClr val="E66233"/>
              </a:buClr>
              <a:buSzPct val="123076"/>
              <a:buChar char="➔"/>
              <a:tabLst>
                <a:tab pos="323215" algn="l"/>
              </a:tabLst>
            </a:pPr>
            <a:r>
              <a:rPr dirty="0" sz="1950" spc="-75">
                <a:solidFill>
                  <a:srgbClr val="717474"/>
                </a:solidFill>
                <a:latin typeface="Arial"/>
                <a:cs typeface="Arial"/>
              </a:rPr>
              <a:t>Relaciones</a:t>
            </a:r>
            <a:r>
              <a:rPr dirty="0" sz="1950" spc="7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60">
                <a:solidFill>
                  <a:srgbClr val="717474"/>
                </a:solidFill>
                <a:latin typeface="Arial"/>
                <a:cs typeface="Arial"/>
              </a:rPr>
              <a:t>op</a:t>
            </a:r>
            <a:r>
              <a:rPr dirty="0" sz="1950" spc="-60">
                <a:solidFill>
                  <a:srgbClr val="C8C8C8"/>
                </a:solidFill>
                <a:latin typeface="Arial"/>
                <a:cs typeface="Arial"/>
              </a:rPr>
              <a:t>·</a:t>
            </a:r>
            <a:r>
              <a:rPr dirty="0" sz="1950" spc="-60">
                <a:solidFill>
                  <a:srgbClr val="717474"/>
                </a:solidFill>
                <a:latin typeface="Arial"/>
                <a:cs typeface="Arial"/>
              </a:rPr>
              <a:t>timizadas</a:t>
            </a:r>
            <a:r>
              <a:rPr dirty="0" sz="1950" spc="-10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717474"/>
                </a:solidFill>
                <a:latin typeface="Times New Roman"/>
                <a:cs typeface="Times New Roman"/>
              </a:rPr>
              <a:t>para</a:t>
            </a:r>
            <a:r>
              <a:rPr dirty="0" sz="2050" spc="114">
                <a:solidFill>
                  <a:srgbClr val="717474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717474"/>
                </a:solidFill>
                <a:latin typeface="Times New Roman"/>
                <a:cs typeface="Times New Roman"/>
              </a:rPr>
              <a:t>consultas</a:t>
            </a:r>
            <a:r>
              <a:rPr dirty="0" sz="2050" spc="80">
                <a:solidFill>
                  <a:srgbClr val="717474"/>
                </a:solidFill>
                <a:latin typeface="Times New Roman"/>
                <a:cs typeface="Times New Roman"/>
              </a:rPr>
              <a:t> </a:t>
            </a:r>
            <a:r>
              <a:rPr dirty="0" sz="1950" spc="-10">
                <a:solidFill>
                  <a:srgbClr val="717474"/>
                </a:solidFill>
                <a:latin typeface="Arial"/>
                <a:cs typeface="Arial"/>
              </a:rPr>
              <a:t>rápidas.</a:t>
            </a:r>
            <a:endParaRPr sz="1950">
              <a:latin typeface="Arial"/>
              <a:cs typeface="Arial"/>
            </a:endParaRPr>
          </a:p>
          <a:p>
            <a:pPr marL="399415" indent="-386715">
              <a:lnSpc>
                <a:spcPct val="100000"/>
              </a:lnSpc>
              <a:spcBef>
                <a:spcPts val="730"/>
              </a:spcBef>
              <a:buClr>
                <a:srgbClr val="E66233"/>
              </a:buClr>
              <a:buSzPct val="123076"/>
              <a:buChar char="➔"/>
              <a:tabLst>
                <a:tab pos="399415" algn="l"/>
              </a:tabLst>
            </a:pPr>
            <a:r>
              <a:rPr dirty="0" sz="1950">
                <a:solidFill>
                  <a:srgbClr val="717474"/>
                </a:solidFill>
                <a:latin typeface="Arial"/>
                <a:cs typeface="Arial"/>
              </a:rPr>
              <a:t>Audi</a:t>
            </a:r>
            <a:r>
              <a:rPr dirty="0" sz="1950">
                <a:solidFill>
                  <a:srgbClr val="C8C8C8"/>
                </a:solidFill>
                <a:latin typeface="Arial"/>
                <a:cs typeface="Arial"/>
              </a:rPr>
              <a:t>'</a:t>
            </a:r>
            <a:r>
              <a:rPr dirty="0" sz="1950">
                <a:solidFill>
                  <a:srgbClr val="717474"/>
                </a:solidFill>
                <a:latin typeface="Arial"/>
                <a:cs typeface="Arial"/>
              </a:rPr>
              <a:t>toría</a:t>
            </a:r>
            <a:r>
              <a:rPr dirty="0" sz="1950" spc="-36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717474"/>
                </a:solidFill>
                <a:latin typeface="Arial"/>
                <a:cs typeface="Arial"/>
              </a:rPr>
              <a:t>de</a:t>
            </a:r>
            <a:r>
              <a:rPr dirty="0" sz="1950" spc="-229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717474"/>
                </a:solidFill>
                <a:latin typeface="Arial"/>
                <a:cs typeface="Arial"/>
              </a:rPr>
              <a:t>cambios</a:t>
            </a:r>
            <a:r>
              <a:rPr dirty="0" sz="1950" spc="-5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65">
                <a:solidFill>
                  <a:srgbClr val="717474"/>
                </a:solidFill>
                <a:latin typeface="Arial"/>
                <a:cs typeface="Arial"/>
              </a:rPr>
              <a:t>en</a:t>
            </a:r>
            <a:r>
              <a:rPr dirty="0" sz="1950" spc="-13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717474"/>
                </a:solidFill>
                <a:latin typeface="Arial"/>
                <a:cs typeface="Arial"/>
              </a:rPr>
              <a:t>registros</a:t>
            </a:r>
            <a:r>
              <a:rPr dirty="0" sz="1950" spc="-4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717474"/>
                </a:solidFill>
                <a:latin typeface="Arial"/>
                <a:cs typeface="Arial"/>
              </a:rPr>
              <a:t>críticos.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7522141" y="996321"/>
            <a:ext cx="2642870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3730" algn="l"/>
              </a:tabLst>
            </a:pPr>
            <a:r>
              <a:rPr dirty="0" sz="4450" spc="-50" b="1">
                <a:solidFill>
                  <a:srgbClr val="D62D27"/>
                </a:solidFill>
                <a:latin typeface="Arial"/>
                <a:cs typeface="Arial"/>
              </a:rPr>
              <a:t>e</a:t>
            </a:r>
            <a:r>
              <a:rPr dirty="0" sz="4450" b="1">
                <a:solidFill>
                  <a:srgbClr val="D62D27"/>
                </a:solidFill>
                <a:latin typeface="Arial"/>
                <a:cs typeface="Arial"/>
              </a:rPr>
              <a:t>	</a:t>
            </a:r>
            <a:r>
              <a:rPr dirty="0" sz="4450" spc="650" b="1">
                <a:solidFill>
                  <a:srgbClr val="D62D27"/>
                </a:solidFill>
                <a:latin typeface="Arial"/>
                <a:cs typeface="Arial"/>
              </a:rPr>
              <a:t>Datos</a:t>
            </a:r>
            <a:endParaRPr sz="4450">
              <a:latin typeface="Arial"/>
              <a:cs typeface="Arial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934343" y="5334710"/>
            <a:ext cx="7871459" cy="906144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>
                <a:solidFill>
                  <a:srgbClr val="3C383D"/>
                </a:solidFill>
                <a:latin typeface="Arial"/>
                <a:cs typeface="Arial"/>
              </a:rPr>
              <a:t>E</a:t>
            </a:r>
            <a:r>
              <a:rPr dirty="0" sz="2000">
                <a:solidFill>
                  <a:srgbClr val="231C2C"/>
                </a:solidFill>
                <a:latin typeface="Arial"/>
                <a:cs typeface="Arial"/>
              </a:rPr>
              <a:t>I</a:t>
            </a:r>
            <a:r>
              <a:rPr dirty="0" sz="2000">
                <a:solidFill>
                  <a:srgbClr val="9DBBC6"/>
                </a:solidFill>
                <a:latin typeface="Arial"/>
                <a:cs typeface="Arial"/>
              </a:rPr>
              <a:t>I</a:t>
            </a:r>
            <a:r>
              <a:rPr dirty="0" sz="2000">
                <a:solidFill>
                  <a:srgbClr val="3C383D"/>
                </a:solidFill>
                <a:latin typeface="Arial"/>
                <a:cs typeface="Arial"/>
              </a:rPr>
              <a:t>modelo</a:t>
            </a:r>
            <a:r>
              <a:rPr dirty="0" sz="2000" spc="-8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3C383D"/>
                </a:solidFill>
                <a:latin typeface="Arial"/>
                <a:cs typeface="Arial"/>
              </a:rPr>
              <a:t>de</a:t>
            </a:r>
            <a:r>
              <a:rPr dirty="0" sz="2000" spc="-229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75">
                <a:solidFill>
                  <a:srgbClr val="3C383D"/>
                </a:solidFill>
                <a:latin typeface="Arial"/>
                <a:cs typeface="Arial"/>
              </a:rPr>
              <a:t>datos</a:t>
            </a:r>
            <a:r>
              <a:rPr dirty="0" sz="2000" spc="6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3C383D"/>
                </a:solidFill>
                <a:latin typeface="Arial"/>
                <a:cs typeface="Arial"/>
              </a:rPr>
              <a:t>ha</a:t>
            </a:r>
            <a:r>
              <a:rPr dirty="0" sz="2000" spc="-7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85">
                <a:solidFill>
                  <a:srgbClr val="3C383D"/>
                </a:solidFill>
                <a:latin typeface="Arial"/>
                <a:cs typeface="Arial"/>
              </a:rPr>
              <a:t>sido</a:t>
            </a:r>
            <a:r>
              <a:rPr dirty="0" sz="2000" spc="-9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3C383D"/>
                </a:solidFill>
                <a:latin typeface="Arial"/>
                <a:cs typeface="Arial"/>
              </a:rPr>
              <a:t>diseñado</a:t>
            </a:r>
            <a:r>
              <a:rPr dirty="0" sz="2000" spc="-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3C383D"/>
                </a:solidFill>
                <a:latin typeface="Arial"/>
                <a:cs typeface="Arial"/>
              </a:rPr>
              <a:t>para</a:t>
            </a:r>
            <a:r>
              <a:rPr dirty="0" sz="2000" spc="-5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90">
                <a:solidFill>
                  <a:srgbClr val="3C383D"/>
                </a:solidFill>
                <a:latin typeface="Arial"/>
                <a:cs typeface="Arial"/>
              </a:rPr>
              <a:t>garant</a:t>
            </a:r>
            <a:r>
              <a:rPr dirty="0" sz="2000" spc="90">
                <a:solidFill>
                  <a:srgbClr val="231C2C"/>
                </a:solidFill>
                <a:latin typeface="Arial"/>
                <a:cs typeface="Arial"/>
              </a:rPr>
              <a:t>i</a:t>
            </a:r>
            <a:r>
              <a:rPr dirty="0" sz="2000" spc="90">
                <a:solidFill>
                  <a:srgbClr val="3C383D"/>
                </a:solidFill>
                <a:latin typeface="Arial"/>
                <a:cs typeface="Arial"/>
              </a:rPr>
              <a:t>zar</a:t>
            </a:r>
            <a:r>
              <a:rPr dirty="0" sz="2000" spc="-5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3C383D"/>
                </a:solidFill>
                <a:latin typeface="Arial"/>
                <a:cs typeface="Arial"/>
              </a:rPr>
              <a:t>la</a:t>
            </a:r>
            <a:r>
              <a:rPr dirty="0" sz="2000" spc="-10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231C2C"/>
                </a:solidFill>
                <a:latin typeface="Arial"/>
                <a:cs typeface="Arial"/>
              </a:rPr>
              <a:t>i</a:t>
            </a:r>
            <a:r>
              <a:rPr dirty="0" sz="2000" spc="40">
                <a:solidFill>
                  <a:srgbClr val="3C383D"/>
                </a:solidFill>
                <a:latin typeface="Arial"/>
                <a:cs typeface="Arial"/>
              </a:rPr>
              <a:t>ntegrid</a:t>
            </a:r>
            <a:r>
              <a:rPr dirty="0" sz="2000" spc="40">
                <a:solidFill>
                  <a:srgbClr val="C8C8C8"/>
                </a:solidFill>
                <a:latin typeface="Arial"/>
                <a:cs typeface="Arial"/>
              </a:rPr>
              <a:t>.</a:t>
            </a:r>
            <a:r>
              <a:rPr dirty="0" sz="2000" spc="40">
                <a:solidFill>
                  <a:srgbClr val="3C383D"/>
                </a:solidFill>
                <a:latin typeface="Arial"/>
                <a:cs typeface="Arial"/>
              </a:rPr>
              <a:t>ad</a:t>
            </a:r>
            <a:endParaRPr sz="20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015"/>
              </a:spcBef>
            </a:pPr>
            <a:r>
              <a:rPr dirty="0" sz="2150">
                <a:solidFill>
                  <a:srgbClr val="3C383D"/>
                </a:solidFill>
                <a:latin typeface="Arial"/>
                <a:cs typeface="Arial"/>
              </a:rPr>
              <a:t>referencia</a:t>
            </a:r>
            <a:r>
              <a:rPr dirty="0" sz="2150">
                <a:solidFill>
                  <a:srgbClr val="231C2C"/>
                </a:solidFill>
                <a:latin typeface="Arial"/>
                <a:cs typeface="Arial"/>
              </a:rPr>
              <a:t>l</a:t>
            </a:r>
            <a:r>
              <a:rPr dirty="0" sz="2150" spc="-14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3C383D"/>
                </a:solidFill>
                <a:latin typeface="Arial"/>
                <a:cs typeface="Arial"/>
              </a:rPr>
              <a:t>y</a:t>
            </a:r>
            <a:r>
              <a:rPr dirty="0" sz="2050" spc="-8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3C383D"/>
                </a:solidFill>
                <a:latin typeface="Arial"/>
                <a:cs typeface="Arial"/>
              </a:rPr>
              <a:t>la</a:t>
            </a:r>
            <a:r>
              <a:rPr dirty="0" sz="2150" spc="-6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3C383D"/>
                </a:solidFill>
                <a:latin typeface="Arial"/>
                <a:cs typeface="Arial"/>
              </a:rPr>
              <a:t>escaJa</a:t>
            </a:r>
            <a:r>
              <a:rPr dirty="0" sz="2150" spc="-120">
                <a:solidFill>
                  <a:srgbClr val="D8D8D8"/>
                </a:solidFill>
                <a:latin typeface="Arial"/>
                <a:cs typeface="Arial"/>
              </a:rPr>
              <a:t>.</a:t>
            </a:r>
            <a:r>
              <a:rPr dirty="0" sz="2150" spc="-120">
                <a:solidFill>
                  <a:srgbClr val="3C383D"/>
                </a:solidFill>
                <a:latin typeface="Arial"/>
                <a:cs typeface="Arial"/>
              </a:rPr>
              <a:t>bil</a:t>
            </a:r>
            <a:r>
              <a:rPr dirty="0" sz="2150" spc="-120">
                <a:solidFill>
                  <a:srgbClr val="231C2C"/>
                </a:solidFill>
                <a:latin typeface="Arial"/>
                <a:cs typeface="Arial"/>
              </a:rPr>
              <a:t>i</a:t>
            </a:r>
            <a:r>
              <a:rPr dirty="0" sz="2150" spc="-120">
                <a:solidFill>
                  <a:srgbClr val="3C383D"/>
                </a:solidFill>
                <a:latin typeface="Arial"/>
                <a:cs typeface="Arial"/>
              </a:rPr>
              <a:t>da</a:t>
            </a:r>
            <a:r>
              <a:rPr dirty="0" sz="2150" spc="-120">
                <a:solidFill>
                  <a:srgbClr val="D8D8D8"/>
                </a:solidFill>
                <a:latin typeface="Arial"/>
                <a:cs typeface="Arial"/>
              </a:rPr>
              <a:t>.</a:t>
            </a:r>
            <a:r>
              <a:rPr dirty="0" sz="2150" spc="-120">
                <a:solidFill>
                  <a:srgbClr val="3C383D"/>
                </a:solidFill>
                <a:latin typeface="Arial"/>
                <a:cs typeface="Arial"/>
              </a:rPr>
              <a:t>d</a:t>
            </a:r>
            <a:r>
              <a:rPr dirty="0" sz="2150" spc="-125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C383D"/>
                </a:solidFill>
                <a:latin typeface="Arial"/>
                <a:cs typeface="Arial"/>
              </a:rPr>
              <a:t>de</a:t>
            </a:r>
            <a:r>
              <a:rPr dirty="0" sz="2150" spc="-10">
                <a:solidFill>
                  <a:srgbClr val="231C2C"/>
                </a:solidFill>
                <a:latin typeface="Arial"/>
                <a:cs typeface="Arial"/>
              </a:rPr>
              <a:t>l</a:t>
            </a:r>
            <a:r>
              <a:rPr dirty="0" sz="2150" spc="-10">
                <a:solidFill>
                  <a:srgbClr val="9DBBC6"/>
                </a:solidFill>
                <a:latin typeface="Arial"/>
                <a:cs typeface="Arial"/>
              </a:rPr>
              <a:t>]</a:t>
            </a:r>
            <a:r>
              <a:rPr dirty="0" sz="2150" spc="-1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2150" spc="-10">
                <a:solidFill>
                  <a:srgbClr val="231C2C"/>
                </a:solidFill>
                <a:latin typeface="Arial"/>
                <a:cs typeface="Arial"/>
              </a:rPr>
              <a:t>i</a:t>
            </a:r>
            <a:r>
              <a:rPr dirty="0" sz="2150" spc="-10">
                <a:solidFill>
                  <a:srgbClr val="3C383D"/>
                </a:solidFill>
                <a:latin typeface="Arial"/>
                <a:cs typeface="Arial"/>
              </a:rPr>
              <a:t>stema.</a:t>
            </a:r>
            <a:endParaRPr sz="2150">
              <a:latin typeface="Arial"/>
              <a:cs typeface="Arial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13584716" y="2551813"/>
            <a:ext cx="6032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125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8852155" y="2624112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58" name="object 358"/>
          <p:cNvSpPr txBox="1"/>
          <p:nvPr/>
        </p:nvSpPr>
        <p:spPr>
          <a:xfrm>
            <a:off x="9444174" y="2624112"/>
            <a:ext cx="5206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3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59" name="object 359"/>
          <p:cNvSpPr txBox="1"/>
          <p:nvPr/>
        </p:nvSpPr>
        <p:spPr>
          <a:xfrm>
            <a:off x="12240364" y="2475274"/>
            <a:ext cx="164465" cy="355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50" spc="-1005">
                <a:solidFill>
                  <a:srgbClr val="828485"/>
                </a:solidFill>
                <a:latin typeface="Arial"/>
                <a:cs typeface="Arial"/>
              </a:rPr>
              <a:t>,�</a:t>
            </a:r>
            <a:endParaRPr sz="2150">
              <a:latin typeface="Arial"/>
              <a:cs typeface="Arial"/>
            </a:endParaRPr>
          </a:p>
        </p:txBody>
      </p:sp>
      <p:sp>
        <p:nvSpPr>
          <p:cNvPr id="360" name="object 360"/>
          <p:cNvSpPr/>
          <p:nvPr/>
        </p:nvSpPr>
        <p:spPr>
          <a:xfrm>
            <a:off x="13478237" y="2636700"/>
            <a:ext cx="3810" cy="128905"/>
          </a:xfrm>
          <a:custGeom>
            <a:avLst/>
            <a:gdLst/>
            <a:ahLst/>
            <a:cxnLst/>
            <a:rect l="l" t="t" r="r" b="b"/>
            <a:pathLst>
              <a:path w="3809" h="128905">
                <a:moveTo>
                  <a:pt x="3770" y="128650"/>
                </a:moveTo>
                <a:lnTo>
                  <a:pt x="0" y="128650"/>
                </a:lnTo>
                <a:lnTo>
                  <a:pt x="0" y="0"/>
                </a:lnTo>
                <a:lnTo>
                  <a:pt x="3770" y="0"/>
                </a:lnTo>
                <a:lnTo>
                  <a:pt x="3770" y="128650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 txBox="1"/>
          <p:nvPr/>
        </p:nvSpPr>
        <p:spPr>
          <a:xfrm>
            <a:off x="13441284" y="2627729"/>
            <a:ext cx="7429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>
                <a:solidFill>
                  <a:srgbClr val="5D5C5D"/>
                </a:solidFill>
                <a:latin typeface="Arial"/>
                <a:cs typeface="Arial"/>
              </a:rPr>
              <a:t>,</a:t>
            </a:r>
            <a:r>
              <a:rPr dirty="0" sz="750" spc="-25">
                <a:solidFill>
                  <a:srgbClr val="C8C8C8"/>
                </a:solidFill>
                <a:latin typeface="Arial"/>
                <a:cs typeface="Arial"/>
              </a:rPr>
              <a:t>,</a:t>
            </a:r>
            <a:endParaRPr sz="750">
              <a:latin typeface="Arial"/>
              <a:cs typeface="Arial"/>
            </a:endParaRPr>
          </a:p>
        </p:txBody>
      </p:sp>
      <p:sp>
        <p:nvSpPr>
          <p:cNvPr id="362" name="object 362"/>
          <p:cNvSpPr txBox="1"/>
          <p:nvPr/>
        </p:nvSpPr>
        <p:spPr>
          <a:xfrm>
            <a:off x="14208532" y="2686820"/>
            <a:ext cx="8001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120">
                <a:solidFill>
                  <a:srgbClr val="828485"/>
                </a:solidFill>
                <a:latin typeface="Arial"/>
                <a:cs typeface="Arial"/>
              </a:rPr>
              <a:t>�</a:t>
            </a:r>
            <a:endParaRPr sz="600">
              <a:latin typeface="Arial"/>
              <a:cs typeface="Arial"/>
            </a:endParaRPr>
          </a:p>
        </p:txBody>
      </p:sp>
      <p:sp>
        <p:nvSpPr>
          <p:cNvPr id="363" name="object 363"/>
          <p:cNvSpPr/>
          <p:nvPr/>
        </p:nvSpPr>
        <p:spPr>
          <a:xfrm>
            <a:off x="15390567" y="2742285"/>
            <a:ext cx="3810" cy="32384"/>
          </a:xfrm>
          <a:custGeom>
            <a:avLst/>
            <a:gdLst/>
            <a:ahLst/>
            <a:cxnLst/>
            <a:rect l="l" t="t" r="r" b="b"/>
            <a:pathLst>
              <a:path w="3809" h="32385">
                <a:moveTo>
                  <a:pt x="3770" y="32162"/>
                </a:moveTo>
                <a:lnTo>
                  <a:pt x="0" y="32162"/>
                </a:lnTo>
                <a:lnTo>
                  <a:pt x="0" y="0"/>
                </a:lnTo>
                <a:lnTo>
                  <a:pt x="3770" y="0"/>
                </a:lnTo>
                <a:lnTo>
                  <a:pt x="3770" y="32162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 txBox="1"/>
          <p:nvPr/>
        </p:nvSpPr>
        <p:spPr>
          <a:xfrm>
            <a:off x="15377867" y="2730512"/>
            <a:ext cx="29845" cy="53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5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150">
              <a:latin typeface="Arial"/>
              <a:cs typeface="Arial"/>
            </a:endParaRPr>
          </a:p>
        </p:txBody>
      </p:sp>
      <p:sp>
        <p:nvSpPr>
          <p:cNvPr id="365" name="object 365"/>
          <p:cNvSpPr txBox="1"/>
          <p:nvPr/>
        </p:nvSpPr>
        <p:spPr>
          <a:xfrm>
            <a:off x="19500936" y="2624112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9795061" y="2473936"/>
            <a:ext cx="133985" cy="28448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285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87630">
              <a:lnSpc>
                <a:spcPts val="385"/>
              </a:lnSpc>
              <a:spcBef>
                <a:spcPts val="235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ts val="745"/>
              </a:lnSpc>
            </a:pPr>
            <a:r>
              <a:rPr dirty="0" sz="700" spc="-3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00" spc="35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sz="700">
              <a:latin typeface="Arial"/>
              <a:cs typeface="Arial"/>
            </a:endParaRPr>
          </a:p>
        </p:txBody>
      </p:sp>
      <p:sp>
        <p:nvSpPr>
          <p:cNvPr id="367" name="object 367"/>
          <p:cNvSpPr txBox="1"/>
          <p:nvPr/>
        </p:nvSpPr>
        <p:spPr>
          <a:xfrm>
            <a:off x="12762269" y="2716999"/>
            <a:ext cx="22669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10">
                <a:solidFill>
                  <a:srgbClr val="755740"/>
                </a:solidFill>
                <a:latin typeface="Arial"/>
                <a:cs typeface="Arial"/>
              </a:rPr>
              <a:t>R</a:t>
            </a:r>
            <a:r>
              <a:rPr dirty="0" sz="600" spc="-10">
                <a:solidFill>
                  <a:srgbClr val="5D5C5D"/>
                </a:solidFill>
                <a:latin typeface="Arial"/>
                <a:cs typeface="Arial"/>
              </a:rPr>
              <a:t>Ka</a:t>
            </a:r>
            <a:r>
              <a:rPr dirty="0" sz="600" spc="-1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600" spc="-10">
                <a:solidFill>
                  <a:srgbClr val="717474"/>
                </a:solidFill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368" name="object 368"/>
          <p:cNvSpPr txBox="1"/>
          <p:nvPr/>
        </p:nvSpPr>
        <p:spPr>
          <a:xfrm>
            <a:off x="14657913" y="2720928"/>
            <a:ext cx="27876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30" b="1">
                <a:solidFill>
                  <a:srgbClr val="5D5C5D"/>
                </a:solidFill>
                <a:latin typeface="Arial"/>
                <a:cs typeface="Arial"/>
              </a:rPr>
              <a:t>Cil!clió'.f</a:t>
            </a:r>
            <a:endParaRPr sz="550">
              <a:latin typeface="Arial"/>
              <a:cs typeface="Arial"/>
            </a:endParaRPr>
          </a:p>
        </p:txBody>
      </p:sp>
      <p:sp>
        <p:nvSpPr>
          <p:cNvPr id="369" name="object 369"/>
          <p:cNvSpPr txBox="1"/>
          <p:nvPr/>
        </p:nvSpPr>
        <p:spPr>
          <a:xfrm>
            <a:off x="13442233" y="2768709"/>
            <a:ext cx="22860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solidFill>
                  <a:srgbClr val="7C451B"/>
                </a:solidFill>
                <a:latin typeface="Arial"/>
                <a:cs typeface="Arial"/>
              </a:rPr>
              <a:t>1</a:t>
            </a:r>
            <a:r>
              <a:rPr dirty="0" sz="700" spc="-25">
                <a:solidFill>
                  <a:srgbClr val="90DDFA"/>
                </a:solidFill>
                <a:latin typeface="Arial"/>
                <a:cs typeface="Arial"/>
              </a:rPr>
              <a:t>1</a:t>
            </a:r>
            <a:r>
              <a:rPr dirty="0" sz="700" spc="-5">
                <a:solidFill>
                  <a:srgbClr val="90DDFA"/>
                </a:solidFill>
                <a:latin typeface="Arial"/>
                <a:cs typeface="Arial"/>
              </a:rPr>
              <a:t> </a:t>
            </a:r>
            <a:r>
              <a:rPr dirty="0" baseline="20833" sz="1200" spc="-75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baseline="20833" sz="1200">
              <a:latin typeface="Arial"/>
              <a:cs typeface="Arial"/>
            </a:endParaRPr>
          </a:p>
        </p:txBody>
      </p:sp>
      <p:sp>
        <p:nvSpPr>
          <p:cNvPr id="370" name="object 370"/>
          <p:cNvSpPr txBox="1"/>
          <p:nvPr/>
        </p:nvSpPr>
        <p:spPr>
          <a:xfrm>
            <a:off x="13586412" y="2825915"/>
            <a:ext cx="6032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7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71" name="object 371"/>
          <p:cNvSpPr txBox="1"/>
          <p:nvPr/>
        </p:nvSpPr>
        <p:spPr>
          <a:xfrm>
            <a:off x="14083265" y="2780497"/>
            <a:ext cx="9842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0" b="1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372" name="object 372"/>
          <p:cNvSpPr txBox="1"/>
          <p:nvPr/>
        </p:nvSpPr>
        <p:spPr>
          <a:xfrm>
            <a:off x="9449868" y="2954165"/>
            <a:ext cx="4445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12305247" y="2899467"/>
            <a:ext cx="58483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K</a:t>
            </a:r>
            <a:r>
              <a:rPr dirty="0" sz="700" spc="-75">
                <a:solidFill>
                  <a:srgbClr val="6A424E"/>
                </a:solidFill>
                <a:latin typeface="Arial"/>
                <a:cs typeface="Arial"/>
              </a:rPr>
              <a:t> </a:t>
            </a:r>
            <a:r>
              <a:rPr dirty="0" sz="700" spc="-65" b="1">
                <a:solidFill>
                  <a:srgbClr val="828485"/>
                </a:solidFill>
                <a:latin typeface="Arial"/>
                <a:cs typeface="Arial"/>
              </a:rPr>
              <a:t>¡</a:t>
            </a:r>
            <a:r>
              <a:rPr dirty="0" sz="700" spc="-65" b="1">
                <a:solidFill>
                  <a:srgbClr val="5D5C5D"/>
                </a:solidFill>
                <a:latin typeface="Arial"/>
                <a:cs typeface="Arial"/>
              </a:rPr>
              <a:t>:I</a:t>
            </a:r>
            <a:r>
              <a:rPr dirty="0" sz="700" spc="-65" b="1">
                <a:solidFill>
                  <a:srgbClr val="312D4F"/>
                </a:solidFill>
                <a:latin typeface="Arial"/>
                <a:cs typeface="Arial"/>
              </a:rPr>
              <a:t>.Jp.;:</a:t>
            </a:r>
            <a:r>
              <a:rPr dirty="0" sz="700" spc="-65" b="1">
                <a:solidFill>
                  <a:srgbClr val="39536E"/>
                </a:solidFill>
                <a:latin typeface="Arial"/>
                <a:cs typeface="Arial"/>
              </a:rPr>
              <a:t>is</a:t>
            </a:r>
            <a:r>
              <a:rPr dirty="0" sz="700" spc="-65" b="1">
                <a:solidFill>
                  <a:srgbClr val="9A9A9A"/>
                </a:solidFill>
                <a:latin typeface="Arial"/>
                <a:cs typeface="Arial"/>
              </a:rPr>
              <a:t>: </a:t>
            </a:r>
            <a:r>
              <a:rPr dirty="0" sz="700">
                <a:solidFill>
                  <a:srgbClr val="AE6B48"/>
                </a:solidFill>
                <a:latin typeface="Arial"/>
                <a:cs typeface="Arial"/>
              </a:rPr>
              <a:t>I'</a:t>
            </a:r>
            <a:r>
              <a:rPr dirty="0" sz="700" spc="80">
                <a:solidFill>
                  <a:srgbClr val="AE6B4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39536E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19500936" y="291833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13582296" y="2955419"/>
            <a:ext cx="372110" cy="18224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9685">
              <a:lnSpc>
                <a:spcPts val="490"/>
              </a:lnSpc>
              <a:spcBef>
                <a:spcPts val="115"/>
              </a:spcBef>
              <a:tabLst>
                <a:tab pos="358775" algn="l"/>
              </a:tabLst>
            </a:pPr>
            <a:r>
              <a:rPr dirty="0" sz="450">
                <a:solidFill>
                  <a:srgbClr val="C8C8C8"/>
                </a:solidFill>
                <a:latin typeface="Arial"/>
                <a:cs typeface="Arial"/>
              </a:rPr>
              <a:t>1</a:t>
            </a:r>
            <a:r>
              <a:rPr dirty="0" sz="450" spc="260">
                <a:solidFill>
                  <a:srgbClr val="C8C8C8"/>
                </a:solidFill>
                <a:latin typeface="Arial"/>
                <a:cs typeface="Arial"/>
              </a:rPr>
              <a:t> </a:t>
            </a:r>
            <a:r>
              <a:rPr dirty="0" u="sng" sz="450">
                <a:solidFill>
                  <a:srgbClr val="C8C8C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dirty="0" sz="650" spc="-50">
                <a:solidFill>
                  <a:srgbClr val="C8C8C8"/>
                </a:solidFill>
                <a:latin typeface="Times New Roman"/>
                <a:cs typeface="Times New Roman"/>
              </a:rPr>
              <a:t>l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76" name="object 376"/>
          <p:cNvSpPr txBox="1"/>
          <p:nvPr/>
        </p:nvSpPr>
        <p:spPr>
          <a:xfrm>
            <a:off x="13882420" y="3039034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77" name="object 377"/>
          <p:cNvSpPr txBox="1"/>
          <p:nvPr/>
        </p:nvSpPr>
        <p:spPr>
          <a:xfrm>
            <a:off x="19769236" y="2738110"/>
            <a:ext cx="188595" cy="4108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3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16839">
              <a:lnSpc>
                <a:spcPts val="405"/>
              </a:lnSpc>
              <a:spcBef>
                <a:spcPts val="245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100">
              <a:lnSpc>
                <a:spcPts val="825"/>
              </a:lnSpc>
            </a:pPr>
            <a:r>
              <a:rPr dirty="0" baseline="-7407" sz="1125" spc="-75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7407" sz="1125" spc="37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6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dirty="0" sz="700" spc="-3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00" spc="35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sz="700">
              <a:latin typeface="Arial"/>
              <a:cs typeface="Arial"/>
            </a:endParaRPr>
          </a:p>
        </p:txBody>
      </p:sp>
      <p:sp>
        <p:nvSpPr>
          <p:cNvPr id="378" name="object 378"/>
          <p:cNvSpPr txBox="1"/>
          <p:nvPr/>
        </p:nvSpPr>
        <p:spPr>
          <a:xfrm>
            <a:off x="12307540" y="3089962"/>
            <a:ext cx="90805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solidFill>
                  <a:srgbClr val="39536E"/>
                </a:solidFill>
                <a:latin typeface="Arial"/>
                <a:cs typeface="Arial"/>
              </a:rPr>
              <a:t>il-</a:t>
            </a:r>
            <a:r>
              <a:rPr dirty="0" sz="550" spc="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4E4952"/>
                </a:solidFill>
                <a:latin typeface="Arial"/>
                <a:cs typeface="Arial"/>
              </a:rPr>
              <a:t>m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20">
                <a:solidFill>
                  <a:srgbClr val="5D5C5D"/>
                </a:solidFill>
                <a:latin typeface="Arial"/>
                <a:cs typeface="Arial"/>
              </a:rPr>
              <a:t>lillhle:</a:t>
            </a:r>
            <a:r>
              <a:rPr dirty="0" sz="700" spc="2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dla,{30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379" name="object 379"/>
          <p:cNvSpPr txBox="1"/>
          <p:nvPr/>
        </p:nvSpPr>
        <p:spPr>
          <a:xfrm>
            <a:off x="13586412" y="3093731"/>
            <a:ext cx="6032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7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80" name="object 380"/>
          <p:cNvSpPr txBox="1"/>
          <p:nvPr/>
        </p:nvSpPr>
        <p:spPr>
          <a:xfrm>
            <a:off x="14230072" y="2903244"/>
            <a:ext cx="908685" cy="3429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215265">
              <a:lnSpc>
                <a:spcPts val="770"/>
              </a:lnSpc>
              <a:spcBef>
                <a:spcPts val="195"/>
              </a:spcBef>
            </a:pP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K</a:t>
            </a:r>
            <a:r>
              <a:rPr dirty="0" sz="700" spc="-55">
                <a:solidFill>
                  <a:srgbClr val="6A424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id</a:t>
            </a:r>
            <a:r>
              <a:rPr dirty="0" sz="700" spc="22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ci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AD522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90DDFA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nt</a:t>
            </a:r>
            <a:r>
              <a:rPr dirty="0" sz="700" spc="500">
                <a:solidFill>
                  <a:srgbClr val="542956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345F90"/>
                </a:solidFill>
                <a:latin typeface="Arial"/>
                <a:cs typeface="Arial"/>
              </a:rPr>
              <a:t>K</a:t>
            </a:r>
            <a:r>
              <a:rPr dirty="0" sz="700" spc="-45">
                <a:solidFill>
                  <a:srgbClr val="345F9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JJ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�</a:t>
            </a:r>
            <a:r>
              <a:rPr dirty="0" sz="700" spc="-25">
                <a:solidFill>
                  <a:srgbClr val="6799A7"/>
                </a:solidFill>
                <a:latin typeface="Arial"/>
                <a:cs typeface="Arial"/>
              </a:rPr>
              <a:t>:</a:t>
            </a:r>
            <a:r>
              <a:rPr dirty="0" sz="700" spc="10">
                <a:solidFill>
                  <a:srgbClr val="6799A7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799A7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4B6A83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60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6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20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sz="700" spc="-20">
                <a:solidFill>
                  <a:srgbClr val="5D5C5D"/>
                </a:solidFill>
                <a:latin typeface="Arial"/>
                <a:cs typeface="Arial"/>
              </a:rPr>
              <a:t>mue:</a:t>
            </a:r>
            <a:r>
              <a:rPr dirty="0" sz="700" spc="15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rn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r{lO}</a:t>
            </a:r>
            <a:endParaRPr sz="700">
              <a:latin typeface="Arial"/>
              <a:cs typeface="Arial"/>
            </a:endParaRPr>
          </a:p>
        </p:txBody>
      </p:sp>
      <p:sp>
        <p:nvSpPr>
          <p:cNvPr id="381" name="object 381"/>
          <p:cNvSpPr txBox="1"/>
          <p:nvPr/>
        </p:nvSpPr>
        <p:spPr>
          <a:xfrm>
            <a:off x="19870232" y="3115892"/>
            <a:ext cx="5715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8852155" y="3039034"/>
            <a:ext cx="49530" cy="3079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9446294" y="3213332"/>
            <a:ext cx="5270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19500936" y="3039034"/>
            <a:ext cx="49530" cy="3079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85" name="object 385"/>
          <p:cNvSpPr txBox="1"/>
          <p:nvPr/>
        </p:nvSpPr>
        <p:spPr>
          <a:xfrm>
            <a:off x="13662162" y="3212550"/>
            <a:ext cx="36512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32410" algn="l"/>
              </a:tabLst>
            </a:pPr>
            <a:r>
              <a:rPr dirty="0" u="sng" sz="70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700" spc="-5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u="sng" sz="700" spc="50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386" name="object 386"/>
          <p:cNvSpPr txBox="1"/>
          <p:nvPr/>
        </p:nvSpPr>
        <p:spPr>
          <a:xfrm>
            <a:off x="19769661" y="3145753"/>
            <a:ext cx="186690" cy="214629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400">
              <a:latin typeface="Times New Roman"/>
              <a:cs typeface="Times New Roman"/>
            </a:endParaRPr>
          </a:p>
          <a:p>
            <a:pPr marL="116839">
              <a:lnSpc>
                <a:spcPts val="5"/>
              </a:lnSpc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100">
              <a:lnSpc>
                <a:spcPts val="965"/>
              </a:lnSpc>
            </a:pPr>
            <a:r>
              <a:rPr dirty="0" sz="700" spc="-15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00" spc="95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baseline="-27777" sz="1800" spc="-600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baseline="-27777" sz="1800">
              <a:latin typeface="Arial"/>
              <a:cs typeface="Arial"/>
            </a:endParaRPr>
          </a:p>
        </p:txBody>
      </p:sp>
      <p:sp>
        <p:nvSpPr>
          <p:cNvPr id="387" name="object 387"/>
          <p:cNvSpPr txBox="1"/>
          <p:nvPr/>
        </p:nvSpPr>
        <p:spPr>
          <a:xfrm>
            <a:off x="9449868" y="3318166"/>
            <a:ext cx="4381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388" name="object 388"/>
          <p:cNvSpPr txBox="1"/>
          <p:nvPr/>
        </p:nvSpPr>
        <p:spPr>
          <a:xfrm>
            <a:off x="13882420" y="3333252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13585987" y="3357615"/>
            <a:ext cx="6032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95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750">
              <a:latin typeface="Arial"/>
              <a:cs typeface="Arial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14868487" y="3384176"/>
            <a:ext cx="920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0">
                <a:solidFill>
                  <a:srgbClr val="D4C189"/>
                </a:solidFill>
                <a:latin typeface="Arial"/>
                <a:cs typeface="Arial"/>
              </a:rPr>
              <a:t>1</a:t>
            </a:r>
            <a:r>
              <a:rPr dirty="0" sz="700" spc="-100">
                <a:solidFill>
                  <a:srgbClr val="345F90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9874315" y="3385746"/>
            <a:ext cx="44450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392" name="object 392"/>
          <p:cNvSpPr txBox="1"/>
          <p:nvPr/>
        </p:nvSpPr>
        <p:spPr>
          <a:xfrm>
            <a:off x="14786940" y="3557847"/>
            <a:ext cx="9080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25">
                <a:solidFill>
                  <a:srgbClr val="9A9A9A"/>
                </a:solidFill>
                <a:latin typeface="Arial"/>
                <a:cs typeface="Arial"/>
              </a:rPr>
              <a:t>•</a:t>
            </a:r>
            <a:r>
              <a:rPr dirty="0" sz="650" spc="-25">
                <a:solidFill>
                  <a:srgbClr val="D8D8D8"/>
                </a:solidFill>
                <a:latin typeface="Arial"/>
                <a:cs typeface="Arial"/>
              </a:rPr>
              <a:t>~</a:t>
            </a:r>
            <a:endParaRPr sz="650">
              <a:latin typeface="Arial"/>
              <a:cs typeface="Arial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8852155" y="3627472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9444174" y="3627472"/>
            <a:ext cx="5206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3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95" name="object 395"/>
          <p:cNvSpPr txBox="1"/>
          <p:nvPr/>
        </p:nvSpPr>
        <p:spPr>
          <a:xfrm>
            <a:off x="14862040" y="3651990"/>
            <a:ext cx="977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19206812" y="3537475"/>
            <a:ext cx="46990" cy="22415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55"/>
              </a:spcBef>
            </a:pPr>
            <a:r>
              <a:rPr dirty="0" sz="500" spc="-7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700" spc="-17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97" name="object 397"/>
          <p:cNvSpPr txBox="1"/>
          <p:nvPr/>
        </p:nvSpPr>
        <p:spPr>
          <a:xfrm>
            <a:off x="19500936" y="3537475"/>
            <a:ext cx="51435" cy="22415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5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700" spc="-14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98" name="object 398"/>
          <p:cNvSpPr txBox="1"/>
          <p:nvPr/>
        </p:nvSpPr>
        <p:spPr>
          <a:xfrm>
            <a:off x="19768811" y="3510224"/>
            <a:ext cx="17145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840"/>
              </a:lnSpc>
              <a:spcBef>
                <a:spcPts val="120"/>
              </a:spcBef>
            </a:pPr>
            <a:r>
              <a:rPr dirty="0" sz="750" spc="-25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50" spc="-25">
                <a:solidFill>
                  <a:srgbClr val="C8C8C8"/>
                </a:solidFill>
                <a:latin typeface="Arial"/>
                <a:cs typeface="Arial"/>
              </a:rPr>
              <a:t>:</a:t>
            </a:r>
            <a:endParaRPr sz="750">
              <a:latin typeface="Arial"/>
              <a:cs typeface="Arial"/>
            </a:endParaRPr>
          </a:p>
          <a:p>
            <a:pPr marL="38735">
              <a:lnSpc>
                <a:spcPts val="780"/>
              </a:lnSpc>
            </a:pPr>
            <a:r>
              <a:rPr dirty="0" baseline="-11904" sz="1050" spc="-44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11904" sz="1050" spc="6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16550133" y="3757450"/>
            <a:ext cx="3683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5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17732277" y="3757450"/>
            <a:ext cx="3683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50">
              <a:latin typeface="Arial"/>
              <a:cs typeface="Arial"/>
            </a:endParaRPr>
          </a:p>
        </p:txBody>
      </p:sp>
      <p:sp>
        <p:nvSpPr>
          <p:cNvPr id="401" name="object 401"/>
          <p:cNvSpPr txBox="1"/>
          <p:nvPr/>
        </p:nvSpPr>
        <p:spPr>
          <a:xfrm>
            <a:off x="8854275" y="3831948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9446718" y="3835877"/>
            <a:ext cx="5270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15737997" y="3831948"/>
            <a:ext cx="54800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7329" algn="l"/>
                <a:tab pos="534670" algn="l"/>
              </a:tabLst>
            </a:pPr>
            <a:r>
              <a:rPr dirty="0" u="sng" sz="55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550" spc="-5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u="sng" sz="55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5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18615452" y="3835877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05" name="object 405"/>
          <p:cNvSpPr txBox="1"/>
          <p:nvPr/>
        </p:nvSpPr>
        <p:spPr>
          <a:xfrm>
            <a:off x="19209356" y="3835877"/>
            <a:ext cx="44450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7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06" name="object 406"/>
          <p:cNvSpPr txBox="1"/>
          <p:nvPr/>
        </p:nvSpPr>
        <p:spPr>
          <a:xfrm>
            <a:off x="19503480" y="3835877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07" name="object 407"/>
          <p:cNvSpPr txBox="1"/>
          <p:nvPr/>
        </p:nvSpPr>
        <p:spPr>
          <a:xfrm>
            <a:off x="16867496" y="3844207"/>
            <a:ext cx="815975" cy="23367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790"/>
              </a:lnSpc>
              <a:spcBef>
                <a:spcPts val="90"/>
              </a:spcBef>
            </a:pPr>
            <a:r>
              <a:rPr dirty="0" sz="750" spc="-60">
                <a:solidFill>
                  <a:srgbClr val="4E4952"/>
                </a:solidFill>
                <a:latin typeface="Arial"/>
                <a:cs typeface="Arial"/>
              </a:rPr>
              <a:t>Aldm.irl�l</a:t>
            </a:r>
            <a:r>
              <a:rPr dirty="0" sz="750" spc="-60">
                <a:solidFill>
                  <a:srgbClr val="AD5225"/>
                </a:solidFill>
                <a:latin typeface="Arial"/>
                <a:cs typeface="Arial"/>
              </a:rPr>
              <a:t>.</a:t>
            </a:r>
            <a:r>
              <a:rPr dirty="0" sz="750" spc="-60">
                <a:solidFill>
                  <a:srgbClr val="3C383D"/>
                </a:solidFill>
                <a:latin typeface="Arial"/>
                <a:cs typeface="Arial"/>
              </a:rPr>
              <a:t>!&lt;aOO</a:t>
            </a:r>
            <a:r>
              <a:rPr dirty="0" sz="750" spc="-60">
                <a:solidFill>
                  <a:srgbClr val="983733"/>
                </a:solidFill>
                <a:latin typeface="Arial"/>
                <a:cs typeface="Arial"/>
              </a:rPr>
              <a:t>,</a:t>
            </a:r>
            <a:r>
              <a:rPr dirty="0" sz="750" spc="-60">
                <a:solidFill>
                  <a:srgbClr val="39536E"/>
                </a:solidFill>
                <a:latin typeface="Arial"/>
                <a:cs typeface="Arial"/>
              </a:rPr>
              <a:t>r</a:t>
            </a:r>
            <a:endParaRPr sz="750">
              <a:latin typeface="Arial"/>
              <a:cs typeface="Arial"/>
            </a:endParaRPr>
          </a:p>
          <a:p>
            <a:pPr marL="287655">
              <a:lnSpc>
                <a:spcPts val="850"/>
              </a:lnSpc>
              <a:tabLst>
                <a:tab pos="607060" algn="l"/>
                <a:tab pos="763270" algn="l"/>
              </a:tabLst>
            </a:pPr>
            <a:r>
              <a:rPr dirty="0" u="sng" sz="800">
                <a:solidFill>
                  <a:srgbClr val="C8C8C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800">
                <a:solidFill>
                  <a:srgbClr val="C8C8C8"/>
                </a:solidFill>
                <a:latin typeface="Arial"/>
                <a:cs typeface="Arial"/>
              </a:rPr>
              <a:t>	</a:t>
            </a:r>
            <a:r>
              <a:rPr dirty="0" u="none" sz="800" spc="-114">
                <a:solidFill>
                  <a:srgbClr val="C8C8C8"/>
                </a:solidFill>
                <a:latin typeface="Arial"/>
                <a:cs typeface="Arial"/>
              </a:rPr>
              <a:t>-</a:t>
            </a:r>
            <a:r>
              <a:rPr dirty="0" u="none" sz="800" spc="-60">
                <a:solidFill>
                  <a:srgbClr val="C8C8C8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19768811" y="3736390"/>
            <a:ext cx="172720" cy="3746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17475">
              <a:lnSpc>
                <a:spcPts val="415"/>
              </a:lnSpc>
              <a:spcBef>
                <a:spcPts val="130"/>
              </a:spcBef>
            </a:pPr>
            <a:r>
              <a:rPr dirty="0" sz="400" spc="-50">
                <a:solidFill>
                  <a:srgbClr val="C8C8C8"/>
                </a:solidFill>
                <a:latin typeface="Times New Roman"/>
                <a:cs typeface="Times New Roman"/>
              </a:rPr>
              <a:t>1</a:t>
            </a:r>
            <a:endParaRPr sz="400">
              <a:latin typeface="Times New Roman"/>
              <a:cs typeface="Times New Roman"/>
            </a:endParaRPr>
          </a:p>
          <a:p>
            <a:pPr marL="38100">
              <a:lnSpc>
                <a:spcPts val="835"/>
              </a:lnSpc>
            </a:pPr>
            <a:r>
              <a:rPr dirty="0" baseline="-14814" sz="1125" spc="-82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14814" sz="1125" spc="44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  <a:spcBef>
                <a:spcPts val="85"/>
              </a:spcBef>
            </a:pPr>
            <a:r>
              <a:rPr dirty="0" baseline="2415" sz="1725" spc="-37">
                <a:solidFill>
                  <a:srgbClr val="C8C8C8"/>
                </a:solidFill>
                <a:latin typeface="Arial"/>
                <a:cs typeface="Arial"/>
              </a:rPr>
              <a:t>'</a:t>
            </a:r>
            <a:r>
              <a:rPr dirty="0" sz="400" spc="-2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16279505" y="4046168"/>
            <a:ext cx="67754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345F90"/>
                </a:solidFill>
                <a:latin typeface="Arial"/>
                <a:cs typeface="Arial"/>
              </a:rPr>
              <a:t>K</a:t>
            </a:r>
            <a:r>
              <a:rPr dirty="0" sz="700" spc="-65">
                <a:solidFill>
                  <a:srgbClr val="345F9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30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rnr</a:t>
            </a:r>
            <a:r>
              <a:rPr dirty="0" sz="700" spc="-25">
                <a:solidFill>
                  <a:srgbClr val="4E96B6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D788D"/>
                </a:solidFill>
                <a:latin typeface="Arial"/>
                <a:cs typeface="Arial"/>
              </a:rPr>
              <a:t>n::</a:t>
            </a:r>
            <a:r>
              <a:rPr dirty="0" sz="700" spc="-25">
                <a:solidFill>
                  <a:srgbClr val="7F9E96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fit</a:t>
            </a:r>
            <a:endParaRPr sz="700">
              <a:latin typeface="Arial"/>
              <a:cs typeface="Arial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19870537" y="4094890"/>
            <a:ext cx="5651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11" name="object 411"/>
          <p:cNvSpPr txBox="1"/>
          <p:nvPr/>
        </p:nvSpPr>
        <p:spPr>
          <a:xfrm>
            <a:off x="19883237" y="4246715"/>
            <a:ext cx="31115" cy="2032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315"/>
              </a:spcBef>
            </a:pPr>
            <a:r>
              <a:rPr dirty="0" sz="400" spc="-5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12" name="object 412"/>
          <p:cNvSpPr txBox="1"/>
          <p:nvPr/>
        </p:nvSpPr>
        <p:spPr>
          <a:xfrm>
            <a:off x="19881234" y="4401682"/>
            <a:ext cx="3429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-100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9449868" y="4493154"/>
            <a:ext cx="406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18615452" y="4545019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19769661" y="4508242"/>
            <a:ext cx="16954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00" spc="4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baseline="6944" sz="600" spc="-7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baseline="6944" sz="60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14031827" y="3850022"/>
            <a:ext cx="1148080" cy="8623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28015">
              <a:lnSpc>
                <a:spcPts val="725"/>
              </a:lnSpc>
              <a:spcBef>
                <a:spcPts val="110"/>
              </a:spcBef>
            </a:pP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M::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tE</a:t>
            </a:r>
            <a:endParaRPr sz="700">
              <a:latin typeface="Arial"/>
              <a:cs typeface="Arial"/>
            </a:endParaRPr>
          </a:p>
          <a:p>
            <a:pPr marL="511809">
              <a:lnSpc>
                <a:spcPts val="815"/>
              </a:lnSpc>
              <a:tabLst>
                <a:tab pos="923925" algn="l"/>
                <a:tab pos="1094740" algn="l"/>
              </a:tabLst>
            </a:pPr>
            <a:r>
              <a:rPr dirty="0" u="sng" sz="800">
                <a:solidFill>
                  <a:srgbClr val="C8C8C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800">
                <a:solidFill>
                  <a:srgbClr val="C8C8C8"/>
                </a:solidFill>
                <a:latin typeface="Arial"/>
                <a:cs typeface="Arial"/>
              </a:rPr>
              <a:t>	</a:t>
            </a:r>
            <a:r>
              <a:rPr dirty="0" u="none" sz="800" spc="-114">
                <a:solidFill>
                  <a:srgbClr val="C8C8C8"/>
                </a:solidFill>
                <a:latin typeface="Arial"/>
                <a:cs typeface="Arial"/>
              </a:rPr>
              <a:t>-</a:t>
            </a:r>
            <a:r>
              <a:rPr dirty="0" u="none" sz="800" spc="-50">
                <a:solidFill>
                  <a:srgbClr val="C8C8C8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10"/>
              </a:lnSpc>
            </a:pP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K</a:t>
            </a:r>
            <a:r>
              <a:rPr dirty="0" sz="700" spc="-90">
                <a:solidFill>
                  <a:srgbClr val="542956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717474"/>
                </a:solidFill>
                <a:latin typeface="Arial"/>
                <a:cs typeface="Arial"/>
              </a:rPr>
              <a:t>¡j</a:t>
            </a:r>
            <a:r>
              <a:rPr dirty="0" sz="550" spc="185" b="1">
                <a:solidFill>
                  <a:srgbClr val="717474"/>
                </a:solidFill>
                <a:latin typeface="Arial"/>
                <a:cs typeface="Arial"/>
              </a:rPr>
              <a:t>  </a:t>
            </a:r>
            <a:r>
              <a:rPr dirty="0" sz="700" spc="-30">
                <a:solidFill>
                  <a:srgbClr val="4E4952"/>
                </a:solidFill>
                <a:latin typeface="Arial"/>
                <a:cs typeface="Arial"/>
              </a:rPr>
              <a:t>c</a:t>
            </a:r>
            <a:r>
              <a:rPr dirty="0" sz="700" spc="-30">
                <a:solidFill>
                  <a:srgbClr val="55268C"/>
                </a:solidFill>
                <a:latin typeface="Arial"/>
                <a:cs typeface="Arial"/>
              </a:rPr>
              <a:t>li</a:t>
            </a:r>
            <a:r>
              <a:rPr dirty="0" sz="700" spc="-3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30">
                <a:solidFill>
                  <a:srgbClr val="614E79"/>
                </a:solidFill>
                <a:latin typeface="Arial"/>
                <a:cs typeface="Arial"/>
              </a:rPr>
              <a:t>rn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te: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887F67"/>
                </a:solidFill>
                <a:latin typeface="Arial"/>
                <a:cs typeface="Arial"/>
              </a:rPr>
              <a:t>ai</a:t>
            </a:r>
            <a:r>
              <a:rPr dirty="0" sz="700" spc="-25" b="1">
                <a:solidFill>
                  <a:srgbClr val="5D5C5D"/>
                </a:solidFill>
                <a:latin typeface="Arial"/>
                <a:cs typeface="Arial"/>
              </a:rPr>
              <a:t>í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95"/>
              </a:lnSpc>
              <a:spcBef>
                <a:spcPts val="2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FK</a:t>
            </a:r>
            <a:r>
              <a:rPr dirty="0" sz="700" spc="1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9536E"/>
                </a:solidFill>
                <a:latin typeface="Arial"/>
                <a:cs typeface="Arial"/>
              </a:rPr>
              <a:t>dl</a:t>
            </a:r>
            <a:r>
              <a:rPr dirty="0" sz="700" spc="-8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BD07B"/>
                </a:solidFill>
                <a:latin typeface="Arial"/>
                <a:cs typeface="Arial"/>
              </a:rPr>
              <a:t>,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ciu</a:t>
            </a:r>
            <a:r>
              <a:rPr dirty="0" sz="700" spc="-25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80B1AD"/>
                </a:solidFill>
                <a:latin typeface="Arial"/>
                <a:cs typeface="Arial"/>
              </a:rPr>
              <a:t>t</a:t>
            </a:r>
            <a:r>
              <a:rPr dirty="0" sz="700" spc="40">
                <a:solidFill>
                  <a:srgbClr val="80B1AD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87F67"/>
                </a:solidFill>
                <a:latin typeface="Arial"/>
                <a:cs typeface="Arial"/>
              </a:rPr>
              <a:t>in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ts val="855"/>
              </a:lnSpc>
            </a:pPr>
            <a:r>
              <a:rPr dirty="0" sz="750" spc="-40">
                <a:solidFill>
                  <a:srgbClr val="4E4952"/>
                </a:solidFill>
                <a:latin typeface="Arial"/>
                <a:cs typeface="Arial"/>
              </a:rPr>
              <a:t>+</a:t>
            </a:r>
            <a:r>
              <a:rPr dirty="0" sz="750" spc="-40">
                <a:solidFill>
                  <a:srgbClr val="90DDFA"/>
                </a:solidFill>
                <a:latin typeface="Arial"/>
                <a:cs typeface="Arial"/>
              </a:rPr>
              <a:t>·</a:t>
            </a:r>
            <a:r>
              <a:rPr dirty="0" sz="700" spc="-40">
                <a:solidFill>
                  <a:srgbClr val="5D5C5D"/>
                </a:solidFill>
                <a:latin typeface="Arial"/>
                <a:cs typeface="Arial"/>
              </a:rPr>
              <a:t>oo:m</a:t>
            </a:r>
            <a:r>
              <a:rPr dirty="0" sz="700" spc="-40">
                <a:solidFill>
                  <a:srgbClr val="632B27"/>
                </a:solidFill>
                <a:latin typeface="Arial"/>
                <a:cs typeface="Arial"/>
              </a:rPr>
              <a:t>b</a:t>
            </a:r>
            <a:r>
              <a:rPr dirty="0" sz="700" spc="-40">
                <a:solidFill>
                  <a:srgbClr val="472132"/>
                </a:solidFill>
                <a:latin typeface="Arial"/>
                <a:cs typeface="Arial"/>
              </a:rPr>
              <a:t>re</a:t>
            </a:r>
            <a:r>
              <a:rPr dirty="0" sz="700" spc="-4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5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V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are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614E79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30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6510">
              <a:lnSpc>
                <a:spcPts val="810"/>
              </a:lnSpc>
            </a:pPr>
            <a:r>
              <a:rPr dirty="0" sz="500" spc="-95">
                <a:solidFill>
                  <a:srgbClr val="5D5C5D"/>
                </a:solidFill>
                <a:latin typeface="Arial"/>
                <a:cs typeface="Arial"/>
              </a:rPr>
              <a:t>¼</a:t>
            </a:r>
            <a:r>
              <a:rPr dirty="0" sz="500" spc="5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717474"/>
                </a:solidFill>
                <a:latin typeface="Arial"/>
                <a:cs typeface="Arial"/>
              </a:rPr>
              <a:t>�lrt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_e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 spc="-50">
                <a:solidFill>
                  <a:srgbClr val="F6BC5D"/>
                </a:solidFill>
                <a:latin typeface="Arial"/>
                <a:cs typeface="Arial"/>
              </a:rPr>
              <a:t>.</a:t>
            </a:r>
            <a:r>
              <a:rPr dirty="0" sz="700" spc="-50">
                <a:solidFill>
                  <a:srgbClr val="39536E"/>
                </a:solidFill>
                <a:latin typeface="Arial"/>
                <a:cs typeface="Arial"/>
              </a:rPr>
              <a:t>�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res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5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5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ts val="869"/>
              </a:lnSpc>
            </a:pPr>
            <a:r>
              <a:rPr dirty="0" sz="750" spc="-70">
                <a:solidFill>
                  <a:srgbClr val="4E4952"/>
                </a:solidFill>
                <a:latin typeface="Arial"/>
                <a:cs typeface="Arial"/>
              </a:rPr>
              <a:t>+</a:t>
            </a:r>
            <a:r>
              <a:rPr dirty="0" sz="750" spc="-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te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fooo::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varc'.h,¡¡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{: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W</a:t>
            </a:r>
            <a:r>
              <a:rPr dirty="0" sz="700" spc="-10">
                <a:solidFill>
                  <a:srgbClr val="828485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500">
                <a:solidFill>
                  <a:srgbClr val="5D5C5D"/>
                </a:solidFill>
                <a:latin typeface="Arial"/>
                <a:cs typeface="Arial"/>
              </a:rPr>
              <a:t>¼</a:t>
            </a:r>
            <a:r>
              <a:rPr dirty="0" sz="500" spc="7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90">
                <a:solidFill>
                  <a:srgbClr val="3C383D"/>
                </a:solidFill>
                <a:latin typeface="Arial"/>
                <a:cs typeface="Arial"/>
              </a:rPr>
              <a:t>e:111</a:t>
            </a:r>
            <a:r>
              <a:rPr dirty="0" sz="700" spc="-9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90">
                <a:solidFill>
                  <a:srgbClr val="8C2655"/>
                </a:solidFill>
                <a:latin typeface="Arial"/>
                <a:cs typeface="Arial"/>
              </a:rPr>
              <a:t>il</a:t>
            </a:r>
            <a:r>
              <a:rPr dirty="0" sz="700" spc="-9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8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�a: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ch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r{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3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67648B"/>
                </a:solidFill>
                <a:latin typeface="Arial"/>
                <a:cs typeface="Arial"/>
              </a:rPr>
              <a:t>.)</a:t>
            </a:r>
            <a:endParaRPr sz="700">
              <a:latin typeface="Arial"/>
              <a:cs typeface="Arial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16281147" y="4145812"/>
            <a:ext cx="1085215" cy="567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44"/>
              </a:lnSpc>
              <a:spcBef>
                <a:spcPts val="120"/>
              </a:spcBef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nom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br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9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BD07B"/>
                </a:solidFill>
                <a:latin typeface="Arial"/>
                <a:cs typeface="Arial"/>
              </a:rPr>
              <a:t>'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!fare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614E79"/>
                </a:solidFill>
                <a:latin typeface="Arial"/>
                <a:cs typeface="Arial"/>
              </a:rPr>
              <a:t>r1;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3ü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1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1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il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7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v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are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h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614E79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3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4B6A83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7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55740"/>
                </a:solidFill>
                <a:latin typeface="Arial"/>
                <a:cs typeface="Arial"/>
              </a:rPr>
              <a:t>: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l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fooo:</a:t>
            </a:r>
            <a:r>
              <a:rPr dirty="0" sz="700" spc="-2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,;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dlarf;ID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7145">
              <a:lnSpc>
                <a:spcPts val="825"/>
              </a:lnSpc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27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>
                <a:latin typeface="Arial"/>
                <a:cs typeface="Arial"/>
              </a:rPr>
              <a:t>_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ci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8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!l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.;.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ch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r{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3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67648B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94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2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í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cil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a</a:t>
            </a:r>
            <a:r>
              <a:rPr dirty="0" sz="700" spc="20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i::om</a:t>
            </a:r>
            <a:r>
              <a:rPr dirty="0" sz="700" spc="-25">
                <a:solidFill>
                  <a:srgbClr val="614E79"/>
                </a:solidFill>
                <a:latin typeface="Arial"/>
                <a:cs typeface="Arial"/>
              </a:rPr>
              <a:t>tr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aria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roín</a:t>
            </a:r>
            <a:r>
              <a:rPr dirty="0" sz="700" spc="-25">
                <a:solidFill>
                  <a:srgbClr val="ABABAA"/>
                </a:solidFill>
                <a:latin typeface="Arial"/>
                <a:cs typeface="Arial"/>
              </a:rPr>
              <a:t>c</a:t>
            </a:r>
            <a:r>
              <a:rPr dirty="0" sz="700" spc="-25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a: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7233633" y="4738492"/>
            <a:ext cx="69850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250">
                <a:solidFill>
                  <a:srgbClr val="4B6A83"/>
                </a:solidFill>
                <a:latin typeface="Arial"/>
                <a:cs typeface="Arial"/>
              </a:rPr>
              <a:t>�</a:t>
            </a:r>
            <a:endParaRPr sz="650">
              <a:latin typeface="Arial"/>
              <a:cs typeface="Arial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19502922" y="4693071"/>
            <a:ext cx="4254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!</a:t>
            </a:r>
            <a:endParaRPr sz="700">
              <a:latin typeface="Arial"/>
              <a:cs typeface="Arial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8854275" y="4808904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9446718" y="4839237"/>
            <a:ext cx="5270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22" name="object 422"/>
          <p:cNvSpPr/>
          <p:nvPr/>
        </p:nvSpPr>
        <p:spPr>
          <a:xfrm>
            <a:off x="14804104" y="4802472"/>
            <a:ext cx="7620" cy="118110"/>
          </a:xfrm>
          <a:custGeom>
            <a:avLst/>
            <a:gdLst/>
            <a:ahLst/>
            <a:cxnLst/>
            <a:rect l="l" t="t" r="r" b="b"/>
            <a:pathLst>
              <a:path w="7619" h="118110">
                <a:moveTo>
                  <a:pt x="7541" y="117929"/>
                </a:moveTo>
                <a:lnTo>
                  <a:pt x="0" y="117929"/>
                </a:lnTo>
                <a:lnTo>
                  <a:pt x="0" y="0"/>
                </a:lnTo>
                <a:lnTo>
                  <a:pt x="7541" y="0"/>
                </a:lnTo>
                <a:lnTo>
                  <a:pt x="7541" y="117929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 txBox="1"/>
          <p:nvPr/>
        </p:nvSpPr>
        <p:spPr>
          <a:xfrm>
            <a:off x="14791401" y="4789258"/>
            <a:ext cx="16891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C8C8C8"/>
                </a:solidFill>
                <a:latin typeface="Arial"/>
                <a:cs typeface="Arial"/>
              </a:rPr>
              <a:t>'</a:t>
            </a:r>
            <a:r>
              <a:rPr dirty="0" sz="650" spc="285">
                <a:solidFill>
                  <a:srgbClr val="C8C8C8"/>
                </a:solidFill>
                <a:latin typeface="Arial"/>
                <a:cs typeface="Arial"/>
              </a:rPr>
              <a:t> </a:t>
            </a:r>
            <a:r>
              <a:rPr dirty="0" sz="700" spc="-100">
                <a:solidFill>
                  <a:srgbClr val="ECD399"/>
                </a:solidFill>
                <a:latin typeface="Arial"/>
                <a:cs typeface="Arial"/>
              </a:rPr>
              <a:t>1</a:t>
            </a:r>
            <a:r>
              <a:rPr dirty="0" sz="700" spc="-100">
                <a:solidFill>
                  <a:srgbClr val="345F90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24" name="object 424"/>
          <p:cNvSpPr txBox="1"/>
          <p:nvPr/>
        </p:nvSpPr>
        <p:spPr>
          <a:xfrm>
            <a:off x="19768811" y="4628632"/>
            <a:ext cx="185420" cy="29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110">
              <a:lnSpc>
                <a:spcPts val="440"/>
              </a:lnSpc>
              <a:spcBef>
                <a:spcPts val="1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735">
              <a:lnSpc>
                <a:spcPts val="790"/>
              </a:lnSpc>
            </a:pPr>
            <a:r>
              <a:rPr dirty="0" baseline="-7936" sz="1050" spc="-44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7936" sz="1050" spc="6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100">
              <a:lnSpc>
                <a:spcPts val="894"/>
              </a:lnSpc>
            </a:pPr>
            <a:r>
              <a:rPr dirty="0" sz="750" spc="-18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50" spc="55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15952837" y="4808904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26" name="object 426"/>
          <p:cNvSpPr txBox="1"/>
          <p:nvPr/>
        </p:nvSpPr>
        <p:spPr>
          <a:xfrm>
            <a:off x="17728885" y="4808904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27" name="object 427"/>
          <p:cNvSpPr txBox="1"/>
          <p:nvPr/>
        </p:nvSpPr>
        <p:spPr>
          <a:xfrm>
            <a:off x="18615452" y="4839237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28" name="object 428"/>
          <p:cNvSpPr txBox="1"/>
          <p:nvPr/>
        </p:nvSpPr>
        <p:spPr>
          <a:xfrm>
            <a:off x="10336442" y="4994519"/>
            <a:ext cx="4889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29" name="object 429"/>
          <p:cNvSpPr txBox="1"/>
          <p:nvPr/>
        </p:nvSpPr>
        <p:spPr>
          <a:xfrm>
            <a:off x="11220230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0" name="object 430"/>
          <p:cNvSpPr txBox="1"/>
          <p:nvPr/>
        </p:nvSpPr>
        <p:spPr>
          <a:xfrm>
            <a:off x="11514346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1" name="object 431"/>
          <p:cNvSpPr txBox="1"/>
          <p:nvPr/>
        </p:nvSpPr>
        <p:spPr>
          <a:xfrm>
            <a:off x="13882420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2" name="object 432"/>
          <p:cNvSpPr txBox="1"/>
          <p:nvPr/>
        </p:nvSpPr>
        <p:spPr>
          <a:xfrm>
            <a:off x="14176545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3" name="object 433"/>
          <p:cNvSpPr txBox="1"/>
          <p:nvPr/>
        </p:nvSpPr>
        <p:spPr>
          <a:xfrm>
            <a:off x="15657252" y="5010865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34" name="object 434"/>
          <p:cNvSpPr txBox="1"/>
          <p:nvPr/>
        </p:nvSpPr>
        <p:spPr>
          <a:xfrm>
            <a:off x="15950708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5" name="object 435"/>
          <p:cNvSpPr txBox="1"/>
          <p:nvPr/>
        </p:nvSpPr>
        <p:spPr>
          <a:xfrm>
            <a:off x="16544621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6" name="object 436"/>
          <p:cNvSpPr txBox="1"/>
          <p:nvPr/>
        </p:nvSpPr>
        <p:spPr>
          <a:xfrm>
            <a:off x="17726764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7" name="object 437"/>
          <p:cNvSpPr txBox="1"/>
          <p:nvPr/>
        </p:nvSpPr>
        <p:spPr>
          <a:xfrm>
            <a:off x="18612908" y="498729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19206812" y="4987290"/>
            <a:ext cx="4572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8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19500896" y="4718368"/>
            <a:ext cx="53975" cy="4032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50">
                <a:solidFill>
                  <a:srgbClr val="D8D8D8"/>
                </a:solidFill>
                <a:latin typeface="Arial"/>
                <a:cs typeface="Arial"/>
              </a:rPr>
              <a:t>!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700" spc="-12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19769661" y="4892675"/>
            <a:ext cx="173990" cy="183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0480">
              <a:lnSpc>
                <a:spcPts val="440"/>
              </a:lnSpc>
              <a:spcBef>
                <a:spcPts val="1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100">
              <a:lnSpc>
                <a:spcPts val="800"/>
              </a:lnSpc>
            </a:pPr>
            <a:r>
              <a:rPr dirty="0" baseline="-27777" sz="1050" spc="-3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27777" sz="1050" spc="89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41" name="object 441"/>
          <p:cNvSpPr/>
          <p:nvPr/>
        </p:nvSpPr>
        <p:spPr>
          <a:xfrm>
            <a:off x="8938293" y="5190668"/>
            <a:ext cx="1905" cy="91440"/>
          </a:xfrm>
          <a:custGeom>
            <a:avLst/>
            <a:gdLst/>
            <a:ahLst/>
            <a:cxnLst/>
            <a:rect l="l" t="t" r="r" b="b"/>
            <a:pathLst>
              <a:path w="1904" h="91439">
                <a:moveTo>
                  <a:pt x="1885" y="91127"/>
                </a:moveTo>
                <a:lnTo>
                  <a:pt x="0" y="91127"/>
                </a:lnTo>
                <a:lnTo>
                  <a:pt x="0" y="0"/>
                </a:lnTo>
                <a:lnTo>
                  <a:pt x="1885" y="0"/>
                </a:lnTo>
                <a:lnTo>
                  <a:pt x="1885" y="91127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 txBox="1"/>
          <p:nvPr/>
        </p:nvSpPr>
        <p:spPr>
          <a:xfrm>
            <a:off x="8925598" y="5180607"/>
            <a:ext cx="77470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25">
                <a:solidFill>
                  <a:srgbClr val="C8C8C8"/>
                </a:solidFill>
                <a:latin typeface="Arial"/>
                <a:cs typeface="Arial"/>
              </a:rPr>
              <a:t>.</a:t>
            </a:r>
            <a:r>
              <a:rPr dirty="0" sz="500" spc="-25">
                <a:solidFill>
                  <a:srgbClr val="5D5C5D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10042180" y="5180607"/>
            <a:ext cx="341630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8295" algn="l"/>
              </a:tabLst>
            </a:pPr>
            <a:r>
              <a:rPr dirty="0" u="sng" sz="500">
                <a:solidFill>
                  <a:srgbClr val="5D5C5D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500">
              <a:latin typeface="Arial"/>
              <a:cs typeface="Arial"/>
            </a:endParaRPr>
          </a:p>
        </p:txBody>
      </p:sp>
      <p:sp>
        <p:nvSpPr>
          <p:cNvPr id="444" name="object 444"/>
          <p:cNvSpPr txBox="1"/>
          <p:nvPr/>
        </p:nvSpPr>
        <p:spPr>
          <a:xfrm>
            <a:off x="9633176" y="5089135"/>
            <a:ext cx="35306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40">
                <a:solidFill>
                  <a:srgbClr val="3C383D"/>
                </a:solidFill>
                <a:latin typeface="Arial"/>
                <a:cs typeface="Arial"/>
              </a:rPr>
              <a:t>F</a:t>
            </a:r>
            <a:r>
              <a:rPr dirty="0" sz="700" spc="-40">
                <a:solidFill>
                  <a:srgbClr val="F6BC5D"/>
                </a:solidFill>
                <a:latin typeface="Arial"/>
                <a:cs typeface="Arial"/>
              </a:rPr>
              <a:t>.</a:t>
            </a:r>
            <a:r>
              <a:rPr dirty="0" sz="700" spc="-40">
                <a:solidFill>
                  <a:srgbClr val="3C383D"/>
                </a:solidFill>
                <a:latin typeface="Arial"/>
                <a:cs typeface="Arial"/>
              </a:rPr>
              <a:t>�</a:t>
            </a:r>
            <a:r>
              <a:rPr dirty="0" sz="700" spc="-40">
                <a:solidFill>
                  <a:srgbClr val="47416F"/>
                </a:solidFill>
                <a:latin typeface="Arial"/>
                <a:cs typeface="Arial"/>
              </a:rPr>
              <a:t>�</a:t>
            </a:r>
            <a:r>
              <a:rPr dirty="0" sz="700" spc="-40">
                <a:solidFill>
                  <a:srgbClr val="312D4F"/>
                </a:solidFill>
                <a:latin typeface="Arial"/>
                <a:cs typeface="Arial"/>
              </a:rPr>
              <a:t>.ra</a:t>
            </a:r>
            <a:endParaRPr sz="700">
              <a:latin typeface="Arial"/>
              <a:cs typeface="Arial"/>
            </a:endParaRPr>
          </a:p>
        </p:txBody>
      </p:sp>
      <p:sp>
        <p:nvSpPr>
          <p:cNvPr id="445" name="object 445"/>
          <p:cNvSpPr/>
          <p:nvPr/>
        </p:nvSpPr>
        <p:spPr>
          <a:xfrm>
            <a:off x="17164422" y="5037912"/>
            <a:ext cx="1905" cy="123825"/>
          </a:xfrm>
          <a:custGeom>
            <a:avLst/>
            <a:gdLst/>
            <a:ahLst/>
            <a:cxnLst/>
            <a:rect l="l" t="t" r="r" b="b"/>
            <a:pathLst>
              <a:path w="1905" h="123825">
                <a:moveTo>
                  <a:pt x="1885" y="123290"/>
                </a:moveTo>
                <a:lnTo>
                  <a:pt x="0" y="123290"/>
                </a:lnTo>
                <a:lnTo>
                  <a:pt x="0" y="0"/>
                </a:lnTo>
                <a:lnTo>
                  <a:pt x="1885" y="0"/>
                </a:lnTo>
                <a:lnTo>
                  <a:pt x="1885" y="123290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 txBox="1"/>
          <p:nvPr/>
        </p:nvSpPr>
        <p:spPr>
          <a:xfrm>
            <a:off x="17151717" y="5028782"/>
            <a:ext cx="3365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00" spc="-38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47" name="object 447"/>
          <p:cNvSpPr txBox="1"/>
          <p:nvPr/>
        </p:nvSpPr>
        <p:spPr>
          <a:xfrm>
            <a:off x="14862598" y="5126697"/>
            <a:ext cx="9207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105" b="1">
                <a:solidFill>
                  <a:srgbClr val="5D5C5D"/>
                </a:solidFill>
                <a:latin typeface="Arial"/>
                <a:cs typeface="Arial"/>
              </a:rPr>
              <a:t>r,,¡</a:t>
            </a:r>
            <a:endParaRPr sz="750">
              <a:latin typeface="Arial"/>
              <a:cs typeface="Arial"/>
            </a:endParaRPr>
          </a:p>
        </p:txBody>
      </p:sp>
      <p:sp>
        <p:nvSpPr>
          <p:cNvPr id="448" name="object 448"/>
          <p:cNvSpPr txBox="1"/>
          <p:nvPr/>
        </p:nvSpPr>
        <p:spPr>
          <a:xfrm>
            <a:off x="17227838" y="5147444"/>
            <a:ext cx="9906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449" name="object 449"/>
          <p:cNvSpPr txBox="1"/>
          <p:nvPr/>
        </p:nvSpPr>
        <p:spPr>
          <a:xfrm>
            <a:off x="11521807" y="5284966"/>
            <a:ext cx="3619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400">
              <a:latin typeface="Arial"/>
              <a:cs typeface="Arial"/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13290638" y="5301154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14178666" y="5242688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16546740" y="5242688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17728885" y="5242688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54" name="object 454"/>
          <p:cNvSpPr txBox="1"/>
          <p:nvPr/>
        </p:nvSpPr>
        <p:spPr>
          <a:xfrm>
            <a:off x="18612908" y="5281508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55" name="object 455"/>
          <p:cNvSpPr txBox="1"/>
          <p:nvPr/>
        </p:nvSpPr>
        <p:spPr>
          <a:xfrm>
            <a:off x="11874045" y="5338088"/>
            <a:ext cx="43307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85">
                <a:solidFill>
                  <a:srgbClr val="3C383D"/>
                </a:solidFill>
                <a:latin typeface="Arial"/>
                <a:cs typeface="Arial"/>
              </a:rPr>
              <a:t>C@fiza,i:ro�</a:t>
            </a:r>
            <a:endParaRPr sz="700">
              <a:latin typeface="Arial"/>
              <a:cs typeface="Arial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14440262" y="5341704"/>
            <a:ext cx="74231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Oml"Jil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3C383D"/>
                </a:solidFill>
                <a:latin typeface="Arial"/>
                <a:cs typeface="Arial"/>
              </a:rPr>
              <a:t>de</a:t>
            </a:r>
            <a:r>
              <a:rPr dirty="0" sz="750" spc="-80" i="1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650" spc="-20" i="1">
                <a:solidFill>
                  <a:srgbClr val="4E4952"/>
                </a:solidFill>
                <a:latin typeface="Arial"/>
                <a:cs typeface="Arial"/>
              </a:rPr>
              <a:t>'f</a:t>
            </a:r>
            <a:r>
              <a:rPr dirty="0" sz="650" spc="-20" i="1">
                <a:solidFill>
                  <a:srgbClr val="312D4F"/>
                </a:solidFill>
                <a:latin typeface="Arial"/>
                <a:cs typeface="Arial"/>
              </a:rPr>
              <a:t>r¡¡</a:t>
            </a:r>
            <a:r>
              <a:rPr dirty="0" sz="650" spc="-20" i="1">
                <a:solidFill>
                  <a:srgbClr val="4E4952"/>
                </a:solidFill>
                <a:latin typeface="Arial"/>
                <a:cs typeface="Arial"/>
              </a:rPr>
              <a:t>b</a:t>
            </a:r>
            <a:r>
              <a:rPr dirty="0" sz="650" spc="-20" i="1">
                <a:solidFill>
                  <a:srgbClr val="231C2C"/>
                </a:solidFill>
                <a:latin typeface="Arial"/>
                <a:cs typeface="Arial"/>
              </a:rPr>
              <a:t>�</a:t>
            </a:r>
            <a:r>
              <a:rPr dirty="0" sz="650" spc="-20" i="1">
                <a:solidFill>
                  <a:srgbClr val="472132"/>
                </a:solidFill>
                <a:latin typeface="Arial"/>
                <a:cs typeface="Arial"/>
              </a:rPr>
              <a:t>,</a:t>
            </a:r>
            <a:r>
              <a:rPr dirty="0" sz="650" spc="-20" i="1">
                <a:solidFill>
                  <a:srgbClr val="47416F"/>
                </a:solidFill>
                <a:latin typeface="Arial"/>
                <a:cs typeface="Arial"/>
              </a:rPr>
              <a:t>[!;,</a:t>
            </a:r>
            <a:endParaRPr sz="650">
              <a:latin typeface="Arial"/>
              <a:cs typeface="Arial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16883020" y="5349405"/>
            <a:ext cx="5511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D!cif</a:t>
            </a:r>
            <a:r>
              <a:rPr dirty="0" sz="700" spc="-45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/le.o.'rde</a:t>
            </a:r>
            <a:r>
              <a:rPr dirty="0" sz="700" spc="-45">
                <a:solidFill>
                  <a:srgbClr val="542956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19210204" y="5312942"/>
            <a:ext cx="45085" cy="965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5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450">
              <a:latin typeface="Arial"/>
              <a:cs typeface="Arial"/>
            </a:endParaRPr>
          </a:p>
        </p:txBody>
      </p:sp>
      <p:sp>
        <p:nvSpPr>
          <p:cNvPr id="459" name="object 459"/>
          <p:cNvSpPr txBox="1"/>
          <p:nvPr/>
        </p:nvSpPr>
        <p:spPr>
          <a:xfrm>
            <a:off x="19870537" y="5135027"/>
            <a:ext cx="63500" cy="29273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3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245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460" name="object 460"/>
          <p:cNvSpPr txBox="1"/>
          <p:nvPr/>
        </p:nvSpPr>
        <p:spPr>
          <a:xfrm>
            <a:off x="12484259" y="5431761"/>
            <a:ext cx="946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>
                <a:solidFill>
                  <a:srgbClr val="C8C8C8"/>
                </a:solidFill>
                <a:latin typeface="Arial"/>
                <a:cs typeface="Arial"/>
              </a:rPr>
              <a:t>-</a:t>
            </a:r>
            <a:r>
              <a:rPr dirty="0" sz="800" spc="-50">
                <a:solidFill>
                  <a:srgbClr val="C8C8C8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15317728" y="5404256"/>
            <a:ext cx="6921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8C8C8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17591831" y="5431761"/>
            <a:ext cx="946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>
                <a:solidFill>
                  <a:srgbClr val="C8C8C8"/>
                </a:solidFill>
                <a:latin typeface="Arial"/>
                <a:cs typeface="Arial"/>
              </a:rPr>
              <a:t>-</a:t>
            </a:r>
            <a:r>
              <a:rPr dirty="0" sz="800" spc="-50">
                <a:solidFill>
                  <a:srgbClr val="C8C8C8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19438849" y="5447477"/>
            <a:ext cx="35306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Te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oo.il:o</a:t>
            </a:r>
            <a:endParaRPr sz="70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11251124" y="5543665"/>
            <a:ext cx="83629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345F90"/>
                </a:solidFill>
                <a:latin typeface="Arial"/>
                <a:cs typeface="Arial"/>
              </a:rPr>
              <a:t>K</a:t>
            </a:r>
            <a:r>
              <a:rPr dirty="0" sz="700" spc="-25">
                <a:solidFill>
                  <a:srgbClr val="345F9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32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4E4952"/>
                </a:solidFill>
                <a:latin typeface="Arial"/>
                <a:cs typeface="Arial"/>
              </a:rPr>
              <a:t>oo:t</a:t>
            </a:r>
            <a:r>
              <a:rPr dirty="0" sz="700" spc="-4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45">
                <a:solidFill>
                  <a:srgbClr val="312D4F"/>
                </a:solidFill>
                <a:latin typeface="Arial"/>
                <a:cs typeface="Arial"/>
              </a:rPr>
              <a:t>;:.;.cia</a:t>
            </a:r>
            <a:r>
              <a:rPr dirty="0" sz="700" spc="-4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45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3913504" y="5545550"/>
            <a:ext cx="12090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P</a:t>
            </a:r>
            <a:r>
              <a:rPr dirty="0" sz="700" spc="-10">
                <a:solidFill>
                  <a:srgbClr val="F6BC5D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345F90"/>
                </a:solidFill>
                <a:latin typeface="Arial"/>
                <a:cs typeface="Arial"/>
              </a:rPr>
              <a:t>K</a:t>
            </a:r>
            <a:r>
              <a:rPr dirty="0" sz="700" spc="-75">
                <a:solidFill>
                  <a:srgbClr val="345F9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18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rd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2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t</a:t>
            </a:r>
            <a:r>
              <a:rPr dirty="0" sz="700" spc="-1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26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70">
                <a:solidFill>
                  <a:srgbClr val="3C383D"/>
                </a:solidFill>
                <a:latin typeface="Arial"/>
                <a:cs typeface="Arial"/>
              </a:rPr>
              <a:t>c</a:t>
            </a:r>
            <a:r>
              <a:rPr dirty="0" sz="700" spc="-70">
                <a:solidFill>
                  <a:srgbClr val="4E96B6"/>
                </a:solidFill>
                <a:latin typeface="Arial"/>
                <a:cs typeface="Arial"/>
              </a:rPr>
              <a:t>1</a:t>
            </a:r>
            <a:r>
              <a:rPr dirty="0" sz="700" spc="-70">
                <a:solidFill>
                  <a:srgbClr val="39536E"/>
                </a:solidFill>
                <a:latin typeface="Arial"/>
                <a:cs typeface="Arial"/>
              </a:rPr>
              <a:t>ie</a:t>
            </a:r>
            <a:r>
              <a:rPr dirty="0" sz="700" spc="-70">
                <a:solidFill>
                  <a:srgbClr val="5D5C5D"/>
                </a:solidFill>
                <a:latin typeface="Arial"/>
                <a:cs typeface="Arial"/>
              </a:rPr>
              <a:t>n</a:t>
            </a:r>
            <a:r>
              <a:rPr dirty="0" sz="700" spc="-70">
                <a:solidFill>
                  <a:srgbClr val="312D4F"/>
                </a:solidFill>
                <a:latin typeface="Arial"/>
                <a:cs typeface="Arial"/>
              </a:rPr>
              <a:t>1E</a:t>
            </a:r>
            <a:r>
              <a:rPr dirty="0" sz="700" spc="-7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15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16279686" y="5545550"/>
            <a:ext cx="973455" cy="4470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415" marR="36830" indent="-6350">
              <a:lnSpc>
                <a:spcPct val="102499"/>
              </a:lnSpc>
              <a:spcBef>
                <a:spcPts val="90"/>
              </a:spcBef>
            </a:pPr>
            <a:r>
              <a:rPr dirty="0" sz="700" spc="-30">
                <a:solidFill>
                  <a:srgbClr val="39536E"/>
                </a:solidFill>
                <a:latin typeface="Arial"/>
                <a:cs typeface="Arial"/>
              </a:rPr>
              <a:t>PI&lt;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22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t.i</a:t>
            </a:r>
            <a:r>
              <a:rPr dirty="0" sz="700" spc="-25">
                <a:solidFill>
                  <a:srgbClr val="4E96B6"/>
                </a:solidFill>
                <a:latin typeface="Arial"/>
                <a:cs typeface="Arial"/>
              </a:rPr>
              <a:t>1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e0.r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de'</a:t>
            </a:r>
            <a:r>
              <a:rPr dirty="0" sz="700" spc="-25">
                <a:solidFill>
                  <a:srgbClr val="5D788D"/>
                </a:solidFill>
                <a:latin typeface="Arial"/>
                <a:cs typeface="Arial"/>
              </a:rPr>
              <a:t>n::</a:t>
            </a:r>
            <a:r>
              <a:rPr dirty="0" sz="700" spc="-25">
                <a:solidFill>
                  <a:srgbClr val="6799A7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4B6A83"/>
                </a:solidFill>
                <a:latin typeface="Arial"/>
                <a:cs typeface="Arial"/>
              </a:rPr>
              <a:t>nt</a:t>
            </a:r>
            <a:r>
              <a:rPr dirty="0" sz="700" spc="135">
                <a:solidFill>
                  <a:srgbClr val="4B6A83"/>
                </a:solidFill>
                <a:latin typeface="Arial"/>
                <a:cs typeface="Arial"/>
              </a:rPr>
              <a:t> </a:t>
            </a:r>
            <a:r>
              <a:rPr dirty="0" sz="700" spc="135">
                <a:solidFill>
                  <a:srgbClr val="39536E"/>
                </a:solidFill>
                <a:latin typeface="Arial"/>
                <a:cs typeface="Arial"/>
              </a:rPr>
              <a:t>f</a:t>
            </a:r>
            <a:r>
              <a:rPr dirty="0" sz="700" spc="135">
                <a:solidFill>
                  <a:srgbClr val="6A424E"/>
                </a:solidFill>
                <a:latin typeface="Arial"/>
                <a:cs typeface="Arial"/>
              </a:rPr>
              <a:t>K</a:t>
            </a:r>
            <a:r>
              <a:rPr dirty="0" sz="700" spc="-95">
                <a:solidFill>
                  <a:srgbClr val="6A424E"/>
                </a:solidFill>
                <a:latin typeface="Arial"/>
                <a:cs typeface="Arial"/>
              </a:rPr>
              <a:t> </a:t>
            </a:r>
            <a:r>
              <a:rPr dirty="0" sz="700" spc="114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5D5C5D"/>
                </a:solidFill>
                <a:latin typeface="Arial"/>
                <a:cs typeface="Arial"/>
              </a:rPr>
              <a:t>o</a:t>
            </a:r>
            <a:r>
              <a:rPr dirty="0" sz="700" spc="-10" b="1">
                <a:solidFill>
                  <a:srgbClr val="4B6A83"/>
                </a:solidFill>
                <a:latin typeface="Arial"/>
                <a:cs typeface="Arial"/>
              </a:rPr>
              <a:t>r</a:t>
            </a:r>
            <a:r>
              <a:rPr dirty="0" sz="700" spc="-10" b="1">
                <a:solidFill>
                  <a:srgbClr val="4E4952"/>
                </a:solidFill>
                <a:latin typeface="Arial"/>
                <a:cs typeface="Arial"/>
              </a:rPr>
              <a:t>de</a:t>
            </a:r>
            <a:r>
              <a:rPr dirty="0" sz="700" spc="-10" b="1">
                <a:solidFill>
                  <a:srgbClr val="717474"/>
                </a:solidFill>
                <a:latin typeface="Arial"/>
                <a:cs typeface="Arial"/>
              </a:rPr>
              <a:t>ll'</a:t>
            </a:r>
            <a:r>
              <a:rPr dirty="0" sz="700" spc="-10" b="1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650" spc="-10" b="1">
                <a:solidFill>
                  <a:srgbClr val="6799A7"/>
                </a:solidFill>
                <a:latin typeface="Arial"/>
                <a:cs typeface="Arial"/>
              </a:rPr>
              <a:t>i</a:t>
            </a:r>
            <a:r>
              <a:rPr dirty="0" sz="650" spc="-10" b="1">
                <a:solidFill>
                  <a:srgbClr val="4B6A83"/>
                </a:solidFill>
                <a:latin typeface="Arial"/>
                <a:cs typeface="Arial"/>
              </a:rPr>
              <a:t>ll.t</a:t>
            </a:r>
            <a:endParaRPr sz="650">
              <a:latin typeface="Arial"/>
              <a:cs typeface="Arial"/>
            </a:endParaRPr>
          </a:p>
          <a:p>
            <a:pPr marL="18415" marR="5080">
              <a:lnSpc>
                <a:spcPts val="770"/>
              </a:lnSpc>
              <a:spcBef>
                <a:spcPts val="75"/>
              </a:spcBef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19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1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mm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�tra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do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5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4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45">
                <a:solidFill>
                  <a:srgbClr val="472132"/>
                </a:solidFill>
                <a:latin typeface="Arial"/>
                <a:cs typeface="Arial"/>
              </a:rPr>
              <a:t>t</a:t>
            </a:r>
            <a:r>
              <a:rPr dirty="0" sz="700" spc="50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20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1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c:ll'ic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10">
                <a:solidFill>
                  <a:srgbClr val="AD522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90DDFA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467" name="object 467"/>
          <p:cNvSpPr txBox="1"/>
          <p:nvPr/>
        </p:nvSpPr>
        <p:spPr>
          <a:xfrm>
            <a:off x="19924048" y="5476239"/>
            <a:ext cx="82550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50">
                <a:solidFill>
                  <a:srgbClr val="C8C8C8"/>
                </a:solidFill>
                <a:latin typeface="Times New Roman"/>
                <a:cs typeface="Times New Roman"/>
              </a:rPr>
              <a:t>-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14123772" y="5597258"/>
            <a:ext cx="55943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5145" algn="l"/>
              </a:tabLst>
            </a:pPr>
            <a:r>
              <a:rPr dirty="0" sz="550" spc="-50">
                <a:solidFill>
                  <a:srgbClr val="231C2C"/>
                </a:solidFill>
                <a:latin typeface="Arial"/>
                <a:cs typeface="Arial"/>
              </a:rPr>
              <a:t>-</a:t>
            </a:r>
            <a:r>
              <a:rPr dirty="0" sz="550">
                <a:solidFill>
                  <a:srgbClr val="231C2C"/>
                </a:solidFill>
                <a:latin typeface="Arial"/>
                <a:cs typeface="Arial"/>
              </a:rPr>
              <a:t>	</a:t>
            </a:r>
            <a:r>
              <a:rPr dirty="0" sz="550" spc="-50">
                <a:solidFill>
                  <a:srgbClr val="231C2C"/>
                </a:solidFill>
                <a:latin typeface="Arial"/>
                <a:cs typeface="Arial"/>
              </a:rPr>
              <a:t>-</a:t>
            </a:r>
            <a:endParaRPr sz="550">
              <a:latin typeface="Arial"/>
              <a:cs typeface="Arial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11257453" y="5654939"/>
            <a:ext cx="6496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22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5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550" spc="-40">
                <a:solidFill>
                  <a:srgbClr val="5D5C5D"/>
                </a:solidFill>
                <a:latin typeface="Arial"/>
                <a:cs typeface="Arial"/>
              </a:rPr>
              <a:t>O</a:t>
            </a:r>
            <a:r>
              <a:rPr dirty="0" sz="550" spc="-40">
                <a:solidFill>
                  <a:srgbClr val="345F90"/>
                </a:solidFill>
                <a:latin typeface="Arial"/>
                <a:cs typeface="Arial"/>
              </a:rPr>
              <a:t>J</a:t>
            </a:r>
            <a:r>
              <a:rPr dirty="0" sz="550" spc="-40">
                <a:solidFill>
                  <a:srgbClr val="4E4952"/>
                </a:solidFill>
                <a:latin typeface="Arial"/>
                <a:cs typeface="Arial"/>
              </a:rPr>
              <a:t>«.9</a:t>
            </a:r>
            <a:r>
              <a:rPr dirty="0" sz="550" spc="-40">
                <a:solidFill>
                  <a:srgbClr val="5D788D"/>
                </a:solidFill>
                <a:latin typeface="Arial"/>
                <a:cs typeface="Arial"/>
              </a:rPr>
              <a:t>11'</a:t>
            </a:r>
            <a:r>
              <a:rPr dirty="0" sz="550" spc="-40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550" spc="-25">
                <a:solidFill>
                  <a:srgbClr val="1E53A1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7F9E96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5178A3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13919652" y="5654939"/>
            <a:ext cx="86931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17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-10">
                <a:latin typeface="Arial"/>
                <a:cs typeface="Arial"/>
              </a:rPr>
              <a:t>_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rn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3A3075"/>
                </a:solidFill>
                <a:latin typeface="Arial"/>
                <a:cs typeface="Arial"/>
              </a:rPr>
              <a:t>q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ri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AD522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90DDFA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11257453" y="5756784"/>
            <a:ext cx="10915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36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6A424E"/>
                </a:solidFill>
                <a:latin typeface="Arial"/>
                <a:cs typeface="Arial"/>
              </a:rPr>
              <a:t>1</a:t>
            </a:r>
            <a:r>
              <a:rPr dirty="0" sz="600">
                <a:solidFill>
                  <a:srgbClr val="9A9A9A"/>
                </a:solidFill>
                <a:latin typeface="Arial"/>
                <a:cs typeface="Arial"/>
              </a:rPr>
              <a:t>,11</a:t>
            </a:r>
            <a:r>
              <a:rPr dirty="0" sz="550">
                <a:solidFill>
                  <a:srgbClr val="855C69"/>
                </a:solidFill>
                <a:latin typeface="Arial"/>
                <a:cs typeface="Arial"/>
              </a:rPr>
              <a:t>a&lt;l</a:t>
            </a:r>
            <a:r>
              <a:rPr dirty="0" sz="550">
                <a:solidFill>
                  <a:srgbClr val="8C2655"/>
                </a:solidFill>
                <a:latin typeface="Arial"/>
                <a:cs typeface="Arial"/>
              </a:rPr>
              <a:t>,</a:t>
            </a:r>
            <a:r>
              <a:rPr dirty="0" sz="550">
                <a:solidFill>
                  <a:srgbClr val="828485"/>
                </a:solidFill>
                <a:latin typeface="Arial"/>
                <a:cs typeface="Arial"/>
              </a:rPr>
              <a:t>tll,</a:t>
            </a:r>
            <a:r>
              <a:rPr dirty="0" sz="550">
                <a:solidFill>
                  <a:srgbClr val="AE6B48"/>
                </a:solidFill>
                <a:latin typeface="Arial"/>
                <a:cs typeface="Arial"/>
              </a:rPr>
              <a:t>í</a:t>
            </a:r>
            <a:r>
              <a:rPr dirty="0" sz="550">
                <a:solidFill>
                  <a:srgbClr val="828485"/>
                </a:solidFill>
                <a:latin typeface="Arial"/>
                <a:cs typeface="Arial"/>
              </a:rPr>
              <a:t>il.�</a:t>
            </a:r>
            <a:r>
              <a:rPr dirty="0" sz="600">
                <a:solidFill>
                  <a:srgbClr val="614E79"/>
                </a:solidFill>
                <a:latin typeface="Arial"/>
                <a:cs typeface="Arial"/>
              </a:rPr>
              <a:t>t</a:t>
            </a:r>
            <a:r>
              <a:rPr dirty="0" sz="600">
                <a:solidFill>
                  <a:srgbClr val="8A664F"/>
                </a:solidFill>
                <a:latin typeface="Arial"/>
                <a:cs typeface="Arial"/>
              </a:rPr>
              <a:t>,</a:t>
            </a:r>
            <a:r>
              <a:rPr dirty="0" sz="600">
                <a:solidFill>
                  <a:srgbClr val="987291"/>
                </a:solidFill>
                <a:latin typeface="Arial"/>
                <a:cs typeface="Arial"/>
              </a:rPr>
              <a:t>"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828485"/>
                </a:solidFill>
                <a:latin typeface="Arial"/>
                <a:cs typeface="Arial"/>
              </a:rPr>
              <a:t>�</a:t>
            </a:r>
            <a:r>
              <a:rPr dirty="0" sz="700">
                <a:solidFill>
                  <a:srgbClr val="67648B"/>
                </a:solidFill>
                <a:latin typeface="Arial"/>
                <a:cs typeface="Arial"/>
              </a:rPr>
              <a:t>.,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,</a:t>
            </a:r>
            <a:r>
              <a:rPr dirty="0" sz="700">
                <a:solidFill>
                  <a:srgbClr val="4344AB"/>
                </a:solidFill>
                <a:latin typeface="Arial"/>
                <a:cs typeface="Arial"/>
              </a:rPr>
              <a:t>·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3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5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55">
                <a:solidFill>
                  <a:srgbClr val="3A3075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13586412" y="5751126"/>
            <a:ext cx="6032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7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10668954" y="5844326"/>
            <a:ext cx="114935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3C383D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11092467" y="5844326"/>
            <a:ext cx="94615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50" b="1">
                <a:solidFill>
                  <a:srgbClr val="5D5C5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75" name="object 475"/>
          <p:cNvSpPr/>
          <p:nvPr/>
        </p:nvSpPr>
        <p:spPr>
          <a:xfrm>
            <a:off x="12094600" y="5867759"/>
            <a:ext cx="5715" cy="123825"/>
          </a:xfrm>
          <a:custGeom>
            <a:avLst/>
            <a:gdLst/>
            <a:ahLst/>
            <a:cxnLst/>
            <a:rect l="l" t="t" r="r" b="b"/>
            <a:pathLst>
              <a:path w="5715" h="123825">
                <a:moveTo>
                  <a:pt x="5656" y="123290"/>
                </a:moveTo>
                <a:lnTo>
                  <a:pt x="0" y="123290"/>
                </a:lnTo>
                <a:lnTo>
                  <a:pt x="0" y="0"/>
                </a:lnTo>
                <a:lnTo>
                  <a:pt x="5656" y="0"/>
                </a:lnTo>
                <a:lnTo>
                  <a:pt x="5656" y="123290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 txBox="1"/>
          <p:nvPr/>
        </p:nvSpPr>
        <p:spPr>
          <a:xfrm>
            <a:off x="11252765" y="5850771"/>
            <a:ext cx="9588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10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35">
                <a:solidFill>
                  <a:srgbClr val="4E4952"/>
                </a:solidFill>
                <a:latin typeface="Arial"/>
                <a:cs typeface="Arial"/>
              </a:rPr>
              <a:t>c</a:t>
            </a:r>
            <a:r>
              <a:rPr dirty="0" sz="700" spc="-35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35">
                <a:solidFill>
                  <a:srgbClr val="39536E"/>
                </a:solidFill>
                <a:latin typeface="Arial"/>
                <a:cs typeface="Arial"/>
              </a:rPr>
              <a:t>lll</a:t>
            </a:r>
            <a:r>
              <a:rPr dirty="0" sz="700" spc="-3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35">
                <a:solidFill>
                  <a:srgbClr val="39536E"/>
                </a:solidFill>
                <a:latin typeface="Arial"/>
                <a:cs typeface="Arial"/>
              </a:rPr>
              <a:t>g</a:t>
            </a:r>
            <a:r>
              <a:rPr dirty="0" sz="700" spc="-35">
                <a:solidFill>
                  <a:srgbClr val="3C383D"/>
                </a:solidFill>
                <a:latin typeface="Arial"/>
                <a:cs typeface="Arial"/>
              </a:rPr>
              <a:t>o_cool</a:t>
            </a:r>
            <a:r>
              <a:rPr dirty="0" sz="700" spc="-3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35">
                <a:solidFill>
                  <a:srgbClr val="231C2C"/>
                </a:solidFill>
                <a:latin typeface="Arial"/>
                <a:cs typeface="Arial"/>
              </a:rPr>
              <a:t>za</a:t>
            </a:r>
            <a:r>
              <a:rPr dirty="0" sz="700" spc="-35">
                <a:solidFill>
                  <a:srgbClr val="542956"/>
                </a:solidFill>
                <a:latin typeface="Arial"/>
                <a:cs typeface="Arial"/>
              </a:rPr>
              <a:t>d</a:t>
            </a:r>
            <a:r>
              <a:rPr dirty="0" sz="700" spc="-35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35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35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3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FAFDA3"/>
                </a:solidFill>
                <a:latin typeface="Arial"/>
                <a:cs typeface="Arial"/>
              </a:rPr>
              <a:t>'</a:t>
            </a:r>
            <a:r>
              <a:rPr dirty="0" sz="700" spc="-2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3A3075"/>
                </a:solidFill>
                <a:latin typeface="Arial"/>
                <a:cs typeface="Arial"/>
              </a:rPr>
              <a:t>n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12993718" y="5798748"/>
            <a:ext cx="133985" cy="176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55" b="1">
                <a:solidFill>
                  <a:srgbClr val="D4C189"/>
                </a:solidFill>
                <a:latin typeface="Arial"/>
                <a:cs typeface="Arial"/>
              </a:rPr>
              <a:t>I</a:t>
            </a:r>
            <a:r>
              <a:rPr dirty="0" sz="1000" spc="-55" b="1">
                <a:solidFill>
                  <a:srgbClr val="3C383D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3586835" y="5812264"/>
            <a:ext cx="18288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>
                <a:solidFill>
                  <a:srgbClr val="C8C8C8"/>
                </a:solidFill>
                <a:latin typeface="Arial"/>
                <a:cs typeface="Arial"/>
              </a:rPr>
              <a:t>1</a:t>
            </a:r>
            <a:r>
              <a:rPr dirty="0" sz="650" spc="185">
                <a:solidFill>
                  <a:srgbClr val="C8C8C8"/>
                </a:solidFill>
                <a:latin typeface="Arial"/>
                <a:cs typeface="Arial"/>
              </a:rPr>
              <a:t> </a:t>
            </a:r>
            <a:r>
              <a:rPr dirty="0" baseline="3086" sz="1350" spc="-75">
                <a:solidFill>
                  <a:srgbClr val="1D0149"/>
                </a:solidFill>
                <a:latin typeface="Arial"/>
                <a:cs typeface="Arial"/>
              </a:rPr>
              <a:t>1</a:t>
            </a:r>
            <a:endParaRPr baseline="3086" sz="1350">
              <a:latin typeface="Arial"/>
              <a:cs typeface="Arial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13914956" y="5752698"/>
            <a:ext cx="148780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35"/>
              </a:lnSpc>
              <a:spcBef>
                <a:spcPts val="120"/>
              </a:spcBef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1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l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trabap</a:t>
            </a:r>
            <a:r>
              <a:rPr dirty="0" sz="700">
                <a:latin typeface="Arial"/>
                <a:cs typeface="Arial"/>
              </a:rPr>
              <a:t>_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so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li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c,¡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39536E"/>
                </a:solidFill>
                <a:latin typeface="Arial"/>
                <a:cs typeface="Arial"/>
              </a:rPr>
              <a:t>lil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5D5C5D"/>
                </a:solidFill>
                <a:latin typeface="Arial"/>
                <a:cs typeface="Arial"/>
              </a:rPr>
              <a:t>v</a:t>
            </a:r>
            <a:r>
              <a:rPr dirty="0" sz="700" spc="-20">
                <a:solidFill>
                  <a:srgbClr val="3C383D"/>
                </a:solidFill>
                <a:latin typeface="Arial"/>
                <a:cs typeface="Arial"/>
              </a:rPr>
              <a:t>are</a:t>
            </a:r>
            <a:r>
              <a:rPr dirty="0" sz="700" spc="-2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20">
                <a:solidFill>
                  <a:srgbClr val="614E79"/>
                </a:solidFill>
                <a:latin typeface="Arial"/>
                <a:cs typeface="Arial"/>
              </a:rPr>
              <a:t>(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5</a:t>
            </a:r>
            <a:r>
              <a:rPr dirty="0" sz="700" spc="-20">
                <a:solidFill>
                  <a:srgbClr val="3A3075"/>
                </a:solidFill>
                <a:latin typeface="Arial"/>
                <a:cs typeface="Arial"/>
              </a:rPr>
              <a:t>0</a:t>
            </a:r>
            <a:r>
              <a:rPr dirty="0" sz="700" spc="-20">
                <a:solidFill>
                  <a:srgbClr val="5D788D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3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í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rn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ai</a:t>
            </a:r>
            <a:r>
              <a:rPr dirty="0" sz="700" spc="114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o</a:t>
            </a:r>
            <a:r>
              <a:rPr dirty="0" sz="700" spc="-10">
                <a:solidFill>
                  <a:srgbClr val="5D788D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d'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en</a:t>
            </a:r>
            <a:r>
              <a:rPr dirty="0" sz="700" spc="-10">
                <a:solidFill>
                  <a:srgbClr val="80B1AD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\3:.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15754883" y="5813050"/>
            <a:ext cx="6476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solidFill>
                  <a:srgbClr val="4B6A83"/>
                </a:solidFill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16138242" y="5827353"/>
            <a:ext cx="4127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8A664F"/>
                </a:solidFill>
                <a:latin typeface="Arial"/>
                <a:cs typeface="Arial"/>
              </a:rPr>
              <a:t>]</a:t>
            </a:r>
            <a:endParaRPr sz="550">
              <a:latin typeface="Arial"/>
              <a:cs typeface="Arial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18112661" y="5820909"/>
            <a:ext cx="939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 b="1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18504423" y="5827353"/>
            <a:ext cx="4635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8A664F"/>
                </a:solidFill>
                <a:latin typeface="Arial"/>
                <a:cs typeface="Arial"/>
              </a:rPr>
              <a:t>]</a:t>
            </a:r>
            <a:endParaRPr sz="550">
              <a:latin typeface="Arial"/>
              <a:cs typeface="Arial"/>
            </a:endParaRPr>
          </a:p>
        </p:txBody>
      </p:sp>
      <p:sp>
        <p:nvSpPr>
          <p:cNvPr id="484" name="object 484"/>
          <p:cNvSpPr txBox="1"/>
          <p:nvPr/>
        </p:nvSpPr>
        <p:spPr>
          <a:xfrm>
            <a:off x="13274743" y="5805349"/>
            <a:ext cx="812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80">
                <a:solidFill>
                  <a:srgbClr val="D8D8D8"/>
                </a:solidFill>
                <a:latin typeface="Arial"/>
                <a:cs typeface="Arial"/>
              </a:rPr>
              <a:t>..</a:t>
            </a:r>
            <a:endParaRPr sz="1550">
              <a:latin typeface="Arial"/>
              <a:cs typeface="Arial"/>
            </a:endParaRPr>
          </a:p>
        </p:txBody>
      </p:sp>
      <p:sp>
        <p:nvSpPr>
          <p:cNvPr id="485" name="object 485"/>
          <p:cNvSpPr txBox="1"/>
          <p:nvPr/>
        </p:nvSpPr>
        <p:spPr>
          <a:xfrm>
            <a:off x="16281147" y="5960160"/>
            <a:ext cx="1544320" cy="677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80"/>
              </a:lnSpc>
              <a:spcBef>
                <a:spcPts val="120"/>
              </a:spcBef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4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es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rn¡r,::</a:t>
            </a:r>
            <a:r>
              <a:rPr dirty="0" sz="700" spc="-5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5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_c</a:t>
            </a:r>
            <a:r>
              <a:rPr dirty="0" sz="700" spc="-50">
                <a:solidFill>
                  <a:srgbClr val="39536E"/>
                </a:solidFill>
                <a:latin typeface="Arial"/>
                <a:cs typeface="Arial"/>
              </a:rPr>
              <a:t>dl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e_:</a:t>
            </a:r>
            <a:r>
              <a:rPr dirty="0" sz="700" spc="-50">
                <a:solidFill>
                  <a:srgbClr val="614E79"/>
                </a:solidFill>
                <a:latin typeface="Arial"/>
                <a:cs typeface="Arial"/>
              </a:rPr>
              <a:t>tr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abajo:</a:t>
            </a:r>
            <a:r>
              <a:rPr dirty="0" sz="700" spc="10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dl</a:t>
            </a: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r</a:t>
            </a:r>
            <a:r>
              <a:rPr dirty="0" sz="700" spc="17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614E79"/>
                </a:solidFill>
                <a:latin typeface="Arial"/>
                <a:cs typeface="Arial"/>
              </a:rPr>
              <a:t>(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5</a:t>
            </a:r>
            <a:r>
              <a:rPr dirty="0" sz="700" spc="-20">
                <a:solidFill>
                  <a:srgbClr val="47416F"/>
                </a:solidFill>
                <a:latin typeface="Arial"/>
                <a:cs typeface="Arial"/>
              </a:rPr>
              <a:t>0</a:t>
            </a:r>
            <a:r>
              <a:rPr dirty="0" sz="700" spc="-20">
                <a:solidFill>
                  <a:srgbClr val="71747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3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í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rnai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_as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gm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ct:lll</a:t>
            </a:r>
            <a:r>
              <a:rPr dirty="0" sz="700" spc="-10">
                <a:solidFill>
                  <a:srgbClr val="80B1AD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a: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3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í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rnai,JJrograrn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lil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seno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ao:</a:t>
            </a:r>
            <a:r>
              <a:rPr dirty="0" sz="700" spc="18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20">
                <a:solidFill>
                  <a:srgbClr val="3C383D"/>
                </a:solidFill>
                <a:latin typeface="Arial"/>
                <a:cs typeface="Arial"/>
              </a:rPr>
              <a:t>a:</a:t>
            </a:r>
            <a:r>
              <a:rPr dirty="0" sz="700" spc="-20">
                <a:solidFill>
                  <a:srgbClr val="231C2C"/>
                </a:solidFill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1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1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40">
                <a:solidFill>
                  <a:srgbClr val="3C383D"/>
                </a:solidFill>
                <a:latin typeface="Arial"/>
                <a:cs typeface="Arial"/>
              </a:rPr>
              <a:t>e;,</a:t>
            </a:r>
            <a:r>
              <a:rPr dirty="0" sz="700" spc="-4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40">
                <a:solidFill>
                  <a:srgbClr val="39536E"/>
                </a:solidFill>
                <a:latin typeface="Arial"/>
                <a:cs typeface="Arial"/>
              </a:rPr>
              <a:t>rn</a:t>
            </a:r>
            <a:r>
              <a:rPr dirty="0" sz="700" spc="-4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4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40">
                <a:solidFill>
                  <a:srgbClr val="5D5C5D"/>
                </a:solidFill>
                <a:latin typeface="Arial"/>
                <a:cs typeface="Arial"/>
              </a:rPr>
              <a:t>cia</a:t>
            </a:r>
            <a:r>
              <a:rPr dirty="0" sz="700" spc="-40">
                <a:latin typeface="Arial"/>
                <a:cs typeface="Arial"/>
              </a:rPr>
              <a:t>_</a:t>
            </a:r>
            <a:r>
              <a:rPr dirty="0" sz="700" spc="-40">
                <a:solidFill>
                  <a:srgbClr val="887F67"/>
                </a:solidFill>
                <a:latin typeface="Arial"/>
                <a:cs typeface="Arial"/>
              </a:rPr>
              <a:t>m</a:t>
            </a:r>
            <a:r>
              <a:rPr dirty="0" sz="700" spc="-40">
                <a:solidFill>
                  <a:srgbClr val="7F9E96"/>
                </a:solidFill>
                <a:latin typeface="Arial"/>
                <a:cs typeface="Arial"/>
              </a:rPr>
              <a:t>l:</a:t>
            </a:r>
            <a:r>
              <a:rPr dirty="0" sz="700" spc="100">
                <a:solidFill>
                  <a:srgbClr val="7F9E96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cfiar{JO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1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2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887F67"/>
                </a:solidFill>
                <a:latin typeface="Arial"/>
                <a:cs typeface="Arial"/>
              </a:rPr>
              <a:t>h.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or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as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trailaia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as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3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mt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80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22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estad'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o</a:t>
            </a:r>
            <a:r>
              <a:rPr dirty="0" sz="700" spc="-50">
                <a:latin typeface="Arial"/>
                <a:cs typeface="Arial"/>
              </a:rPr>
              <a:t>�</a:t>
            </a:r>
            <a:r>
              <a:rPr dirty="0" sz="700" spc="-5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50">
                <a:solidFill>
                  <a:srgbClr val="90DDFA"/>
                </a:solidFill>
                <a:latin typeface="Arial"/>
                <a:cs typeface="Arial"/>
              </a:rPr>
              <a:t>'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e,'la</a:t>
            </a:r>
            <a:r>
              <a:rPr dirty="0" sz="700" spc="-50">
                <a:solidFill>
                  <a:srgbClr val="55268C"/>
                </a:solidFill>
                <a:latin typeface="Arial"/>
                <a:cs typeface="Arial"/>
              </a:rPr>
              <a:t>ll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5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9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40">
                <a:solidFill>
                  <a:srgbClr val="5D5C5D"/>
                </a:solidFill>
                <a:latin typeface="Arial"/>
                <a:cs typeface="Arial"/>
              </a:rPr>
              <a:t>uare</a:t>
            </a:r>
            <a:r>
              <a:rPr dirty="0" sz="700" spc="-40">
                <a:solidFill>
                  <a:srgbClr val="3A3075"/>
                </a:solidFill>
                <a:latin typeface="Arial"/>
                <a:cs typeface="Arial"/>
              </a:rPr>
              <a:t>h</a:t>
            </a:r>
            <a:r>
              <a:rPr dirty="0" sz="700" spc="-4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4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40">
                <a:solidFill>
                  <a:srgbClr val="4E4952"/>
                </a:solidFill>
                <a:latin typeface="Arial"/>
                <a:cs typeface="Arial"/>
              </a:rPr>
              <a:t>(-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3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0</a:t>
            </a:r>
            <a:r>
              <a:rPr dirty="0" sz="700" spc="-25">
                <a:solidFill>
                  <a:srgbClr val="71747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sp>
        <p:nvSpPr>
          <p:cNvPr id="486" name="object 486"/>
          <p:cNvSpPr/>
          <p:nvPr/>
        </p:nvSpPr>
        <p:spPr>
          <a:xfrm>
            <a:off x="18694266" y="5965207"/>
            <a:ext cx="9525" cy="134620"/>
          </a:xfrm>
          <a:custGeom>
            <a:avLst/>
            <a:gdLst/>
            <a:ahLst/>
            <a:cxnLst/>
            <a:rect l="l" t="t" r="r" b="b"/>
            <a:pathLst>
              <a:path w="9525" h="134620">
                <a:moveTo>
                  <a:pt x="9427" y="134011"/>
                </a:moveTo>
                <a:lnTo>
                  <a:pt x="0" y="134011"/>
                </a:lnTo>
                <a:lnTo>
                  <a:pt x="0" y="0"/>
                </a:lnTo>
                <a:lnTo>
                  <a:pt x="9427" y="0"/>
                </a:lnTo>
                <a:lnTo>
                  <a:pt x="9427" y="134011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 txBox="1"/>
          <p:nvPr/>
        </p:nvSpPr>
        <p:spPr>
          <a:xfrm>
            <a:off x="13294030" y="6031985"/>
            <a:ext cx="4127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50">
              <a:latin typeface="Arial"/>
              <a:cs typeface="Arial"/>
            </a:endParaRPr>
          </a:p>
        </p:txBody>
      </p:sp>
      <p:sp>
        <p:nvSpPr>
          <p:cNvPr id="488" name="object 488"/>
          <p:cNvSpPr txBox="1"/>
          <p:nvPr/>
        </p:nvSpPr>
        <p:spPr>
          <a:xfrm>
            <a:off x="13919519" y="5968018"/>
            <a:ext cx="972819" cy="24002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10"/>
              </a:spcBef>
            </a:pPr>
            <a:r>
              <a:rPr dirty="0" sz="250">
                <a:solidFill>
                  <a:srgbClr val="472132"/>
                </a:solidFill>
                <a:latin typeface="Times New Roman"/>
                <a:cs typeface="Times New Roman"/>
              </a:rPr>
              <a:t>T</a:t>
            </a:r>
            <a:r>
              <a:rPr dirty="0" sz="250" spc="225">
                <a:solidFill>
                  <a:srgbClr val="472132"/>
                </a:solidFill>
                <a:latin typeface="Times New Roman"/>
                <a:cs typeface="Times New Roman"/>
              </a:rPr>
              <a:t>  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f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rn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ai</a:t>
            </a:r>
            <a:r>
              <a:rPr dirty="0" sz="700" spc="-25">
                <a:latin typeface="Arial"/>
                <a:cs typeface="Arial"/>
              </a:rPr>
              <a:t>_</a:t>
            </a:r>
            <a:r>
              <a:rPr dirty="0" sz="700" spc="-25">
                <a:solidFill>
                  <a:srgbClr val="887F67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e</a:t>
            </a:r>
            <a:r>
              <a:rPr dirty="0" sz="700" spc="-25">
                <a:solidFill>
                  <a:srgbClr val="6A424E"/>
                </a:solidFill>
                <a:latin typeface="Arial"/>
                <a:cs typeface="Arial"/>
              </a:rPr>
              <a:t>q</a:t>
            </a:r>
            <a:r>
              <a:rPr dirty="0" sz="700" spc="-25">
                <a:solidFill>
                  <a:srgbClr val="8A664F"/>
                </a:solidFill>
                <a:latin typeface="Arial"/>
                <a:cs typeface="Arial"/>
              </a:rPr>
              <a:t>u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:eri:lac</a:t>
            </a:r>
            <a:r>
              <a:rPr dirty="0" sz="700" spc="-11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20">
                <a:solidFill>
                  <a:srgbClr val="3C383D"/>
                </a:solidFill>
                <a:latin typeface="Arial"/>
                <a:cs typeface="Arial"/>
              </a:rPr>
              <a:t>a:</a:t>
            </a:r>
            <a:r>
              <a:rPr dirty="0" sz="700" spc="-2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50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19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10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s</a:t>
            </a:r>
            <a:r>
              <a:rPr dirty="0" sz="700" spc="-10">
                <a:solidFill>
                  <a:srgbClr val="345F90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m,ai</a:t>
            </a:r>
            <a:r>
              <a:rPr dirty="0" sz="700" spc="-10">
                <a:solidFill>
                  <a:srgbClr val="4344AB"/>
                </a:solidFill>
                <a:latin typeface="Arial"/>
                <a:cs typeface="Arial"/>
              </a:rPr>
              <a:t>:</a:t>
            </a:r>
            <a:endParaRPr sz="700">
              <a:latin typeface="Arial"/>
              <a:cs typeface="Arial"/>
            </a:endParaRPr>
          </a:p>
        </p:txBody>
      </p:sp>
      <p:sp>
        <p:nvSpPr>
          <p:cNvPr id="489" name="object 489"/>
          <p:cNvSpPr txBox="1"/>
          <p:nvPr/>
        </p:nvSpPr>
        <p:spPr>
          <a:xfrm>
            <a:off x="13599559" y="6206599"/>
            <a:ext cx="64769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solidFill>
                  <a:srgbClr val="D8D8D8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490" name="object 490"/>
          <p:cNvSpPr txBox="1"/>
          <p:nvPr/>
        </p:nvSpPr>
        <p:spPr>
          <a:xfrm>
            <a:off x="18681560" y="5654939"/>
            <a:ext cx="1122045" cy="7658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5880">
              <a:lnSpc>
                <a:spcPts val="790"/>
              </a:lnSpc>
              <a:spcBef>
                <a:spcPts val="110"/>
              </a:spcBef>
            </a:pP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K</a:t>
            </a:r>
            <a:r>
              <a:rPr dirty="0" sz="700" spc="-75">
                <a:solidFill>
                  <a:srgbClr val="6A424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7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tec</a:t>
            </a:r>
            <a:r>
              <a:rPr dirty="0" sz="700" spc="-25">
                <a:solidFill>
                  <a:srgbClr val="717474"/>
                </a:solidFill>
                <a:latin typeface="Arial"/>
                <a:cs typeface="Arial"/>
              </a:rPr>
              <a:t>n: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ic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4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55880" marR="165100" indent="1270">
              <a:lnSpc>
                <a:spcPts val="819"/>
              </a:lnSpc>
              <a:spcBef>
                <a:spcPts val="45"/>
              </a:spcBef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3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liÍike</a:t>
            </a:r>
            <a:r>
              <a:rPr dirty="0" sz="700">
                <a:solidFill>
                  <a:srgbClr val="288FD2"/>
                </a:solidFill>
                <a:latin typeface="Arial"/>
                <a:cs typeface="Arial"/>
              </a:rPr>
              <a:t>:</a:t>
            </a:r>
            <a:r>
              <a:rPr dirty="0" sz="700" spc="-45">
                <a:solidFill>
                  <a:srgbClr val="288FD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v:i</a:t>
            </a:r>
            <a:r>
              <a:rPr dirty="0" sz="700" spc="-10">
                <a:solidFill>
                  <a:srgbClr val="345F90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h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r{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3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r>
              <a:rPr dirty="0" sz="700" spc="500">
                <a:solidFill>
                  <a:srgbClr val="855C69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4E4952"/>
                </a:solidFill>
                <a:latin typeface="Arial"/>
                <a:cs typeface="Arial"/>
              </a:rPr>
              <a:t>RK</a:t>
            </a:r>
            <a:r>
              <a:rPr dirty="0" sz="700" spc="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18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ci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l.KEd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5178A3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10"/>
              </a:lnSpc>
            </a:pPr>
            <a:r>
              <a:rPr dirty="0" sz="750" spc="-140">
                <a:solidFill>
                  <a:srgbClr val="C8C8C8"/>
                </a:solidFill>
                <a:latin typeface="Arial"/>
                <a:cs typeface="Arial"/>
              </a:rPr>
              <a:t>•</a:t>
            </a:r>
            <a:r>
              <a:rPr dirty="0" sz="750" spc="20">
                <a:solidFill>
                  <a:srgbClr val="C8C8C8"/>
                </a:solidFill>
                <a:latin typeface="Arial"/>
                <a:cs typeface="Arial"/>
              </a:rPr>
              <a:t> </a:t>
            </a:r>
            <a:r>
              <a:rPr dirty="0" sz="750" spc="-235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17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472132"/>
                </a:solidFill>
                <a:latin typeface="Arial"/>
                <a:cs typeface="Arial"/>
              </a:rPr>
              <a:t>fe::</a:t>
            </a:r>
            <a:r>
              <a:rPr dirty="0" sz="700" spc="-3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2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FBD07B"/>
                </a:solidFill>
                <a:latin typeface="Arial"/>
                <a:cs typeface="Arial"/>
              </a:rPr>
              <a:t>1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00i1</a:t>
            </a:r>
            <a:r>
              <a:rPr dirty="0" sz="700" spc="-50">
                <a:solidFill>
                  <a:srgbClr val="4B6A83"/>
                </a:solidFill>
                <a:latin typeface="Arial"/>
                <a:cs typeface="Arial"/>
              </a:rPr>
              <a:t>l</a:t>
            </a:r>
            <a:r>
              <a:rPr dirty="0" sz="700" spc="-5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:a</a:t>
            </a:r>
            <a:r>
              <a:rPr dirty="0" sz="700" spc="-50">
                <a:solidFill>
                  <a:srgbClr val="3A3075"/>
                </a:solidFill>
                <a:latin typeface="Arial"/>
                <a:cs typeface="Arial"/>
              </a:rPr>
              <a:t>t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50">
                <a:solidFill>
                  <a:srgbClr val="542956"/>
                </a:solidFill>
                <a:latin typeface="Arial"/>
                <a:cs typeface="Arial"/>
              </a:rPr>
              <a:t>c'i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5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5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50">
                <a:solidFill>
                  <a:srgbClr val="39536E"/>
                </a:solidFill>
                <a:latin typeface="Arial"/>
                <a:cs typeface="Arial"/>
              </a:rPr>
              <a:t>idl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ate</a:t>
            </a:r>
            <a:endParaRPr sz="700">
              <a:latin typeface="Arial"/>
              <a:cs typeface="Arial"/>
            </a:endParaRPr>
          </a:p>
          <a:p>
            <a:pPr marL="57150">
              <a:lnSpc>
                <a:spcPts val="869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3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llllBi:</a:t>
            </a:r>
            <a:r>
              <a:rPr dirty="0" sz="700" spc="2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dlal{JO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57150">
              <a:lnSpc>
                <a:spcPts val="815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3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35">
                <a:solidFill>
                  <a:srgbClr val="4E4952"/>
                </a:solidFill>
                <a:latin typeface="Arial"/>
                <a:cs typeface="Arial"/>
              </a:rPr>
              <a:t>tefe</a:t>
            </a:r>
            <a:r>
              <a:rPr dirty="0" sz="700" spc="-35">
                <a:solidFill>
                  <a:srgbClr val="47416F"/>
                </a:solidFill>
                <a:latin typeface="Arial"/>
                <a:cs typeface="Arial"/>
              </a:rPr>
              <a:t>forn</a:t>
            </a:r>
            <a:r>
              <a:rPr dirty="0" sz="700" spc="-35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sz="700" spc="-35">
                <a:solidFill>
                  <a:srgbClr val="987291"/>
                </a:solidFill>
                <a:latin typeface="Arial"/>
                <a:cs typeface="Arial"/>
              </a:rPr>
              <a:t>:</a:t>
            </a:r>
            <a:r>
              <a:rPr dirty="0" sz="700" spc="-45">
                <a:solidFill>
                  <a:srgbClr val="98729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v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re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614E79"/>
                </a:solidFill>
                <a:latin typeface="Arial"/>
                <a:cs typeface="Arial"/>
              </a:rPr>
              <a:t>r1;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3D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57150">
              <a:lnSpc>
                <a:spcPts val="844"/>
              </a:lnSpc>
            </a:pPr>
            <a:r>
              <a:rPr dirty="0" sz="750" spc="-1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4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35">
                <a:solidFill>
                  <a:srgbClr val="6A424E"/>
                </a:solidFill>
                <a:latin typeface="Arial"/>
                <a:cs typeface="Arial"/>
              </a:rPr>
              <a:t>fo!:</a:t>
            </a:r>
            <a:r>
              <a:rPr dirty="0" sz="700" spc="-35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35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u</a:t>
            </a:r>
            <a:r>
              <a:rPr dirty="0" sz="700" spc="-25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491" name="object 491"/>
          <p:cNvSpPr txBox="1"/>
          <p:nvPr/>
        </p:nvSpPr>
        <p:spPr>
          <a:xfrm>
            <a:off x="11252765" y="5960160"/>
            <a:ext cx="1076325" cy="5638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80"/>
              </a:lnSpc>
              <a:spcBef>
                <a:spcPts val="120"/>
              </a:spcBef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6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B6A83"/>
                </a:solidFill>
                <a:latin typeface="Arial"/>
                <a:cs typeface="Arial"/>
              </a:rPr>
              <a:t>í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rn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24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\'</a:t>
            </a:r>
            <a:r>
              <a:rPr dirty="0" sz="700" spc="-10">
                <a:solidFill>
                  <a:srgbClr val="79C0E2"/>
                </a:solidFill>
                <a:latin typeface="Arial"/>
                <a:cs typeface="Arial"/>
              </a:rPr>
              <a:t>.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rfil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mto: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a'.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47416F"/>
                </a:solidFill>
                <a:latin typeface="Arial"/>
                <a:cs typeface="Arial"/>
              </a:rPr>
              <a:t>nto</a:t>
            </a:r>
            <a:r>
              <a:rPr dirty="0" sz="700" spc="240">
                <a:solidFill>
                  <a:srgbClr val="47416F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s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u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btol!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l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9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idl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csn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m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3A3075"/>
                </a:solidFill>
                <a:latin typeface="Arial"/>
                <a:cs typeface="Arial"/>
              </a:rPr>
              <a:t>u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sr.os:</a:t>
            </a:r>
            <a:r>
              <a:rPr dirty="0" sz="700" spc="7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a::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mi:al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00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1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esta</a:t>
            </a:r>
            <a:r>
              <a:rPr dirty="0" sz="700" spc="-10">
                <a:solidFill>
                  <a:srgbClr val="6A424E"/>
                </a:solidFill>
                <a:latin typeface="Arial"/>
                <a:cs typeface="Arial"/>
              </a:rPr>
              <a:t>d'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o::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,;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cfiar{:ill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19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10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no\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as:</a:t>
            </a:r>
            <a:r>
              <a:rPr dirty="0" sz="700" spc="-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 spc="-4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45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45">
                <a:solidFill>
                  <a:srgbClr val="5D5C5D"/>
                </a:solidFill>
                <a:latin typeface="Arial"/>
                <a:cs typeface="Arial"/>
              </a:rPr>
              <a:t>c!i31'{,!-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0</a:t>
            </a:r>
            <a:r>
              <a:rPr dirty="0" sz="700" spc="-25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492" name="object 492"/>
          <p:cNvSpPr txBox="1"/>
          <p:nvPr/>
        </p:nvSpPr>
        <p:spPr>
          <a:xfrm>
            <a:off x="15689206" y="6251392"/>
            <a:ext cx="4064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493" name="object 493"/>
          <p:cNvSpPr txBox="1"/>
          <p:nvPr/>
        </p:nvSpPr>
        <p:spPr>
          <a:xfrm>
            <a:off x="18696201" y="6392372"/>
            <a:ext cx="14211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407795" algn="l"/>
              </a:tabLst>
            </a:pPr>
            <a:r>
              <a:rPr dirty="0" u="sng" sz="700" spc="110">
                <a:solidFill>
                  <a:srgbClr val="4E495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45">
                <a:solidFill>
                  <a:srgbClr val="4E495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+d</a:t>
            </a:r>
            <a:r>
              <a:rPr dirty="0" u="sng" sz="700" spc="-45">
                <a:solidFill>
                  <a:srgbClr val="90DDF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'</a:t>
            </a:r>
            <a:r>
              <a:rPr dirty="0" u="sng" sz="700" spc="-45">
                <a:solidFill>
                  <a:srgbClr val="3C383D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</a:t>
            </a:r>
            <a:r>
              <a:rPr dirty="0" u="sng" sz="700" spc="-45">
                <a:solidFill>
                  <a:srgbClr val="5D5C5D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rn¡r,::</a:t>
            </a:r>
            <a:r>
              <a:rPr dirty="0" u="sng" sz="700" spc="-45">
                <a:solidFill>
                  <a:srgbClr val="5526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700" spc="-45">
                <a:solidFill>
                  <a:srgbClr val="3C383D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6rn</a:t>
            </a:r>
            <a:r>
              <a:rPr dirty="0" u="sng" sz="700" spc="-45">
                <a:solidFill>
                  <a:srgbClr val="8C265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r>
              <a:rPr dirty="0" u="sng" sz="700" spc="-25">
                <a:solidFill>
                  <a:srgbClr val="8C265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10">
                <a:solidFill>
                  <a:srgbClr val="614E79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dirty="0" u="sng" sz="700" spc="-10">
                <a:solidFill>
                  <a:srgbClr val="3C383D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a11::</a:t>
            </a:r>
            <a:r>
              <a:rPr dirty="0" u="sng" sz="700" spc="-10">
                <a:solidFill>
                  <a:srgbClr val="47416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dirty="0" u="sng" sz="700" spc="-10">
                <a:solidFill>
                  <a:srgbClr val="312D4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700" spc="-10">
                <a:solidFill>
                  <a:srgbClr val="614E79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r(</a:t>
            </a:r>
            <a:r>
              <a:rPr dirty="0" u="sng" sz="700" spc="-10">
                <a:solidFill>
                  <a:srgbClr val="3C383D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5D</a:t>
            </a:r>
            <a:r>
              <a:rPr dirty="0" u="sng" sz="700" spc="-10">
                <a:solidFill>
                  <a:srgbClr val="717474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}</a:t>
            </a:r>
            <a:r>
              <a:rPr dirty="0" u="sng" sz="700">
                <a:solidFill>
                  <a:srgbClr val="717474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700">
              <a:latin typeface="Arial"/>
              <a:cs typeface="Arial"/>
            </a:endParaRPr>
          </a:p>
        </p:txBody>
      </p:sp>
      <p:sp>
        <p:nvSpPr>
          <p:cNvPr id="494" name="object 494"/>
          <p:cNvSpPr txBox="1"/>
          <p:nvPr/>
        </p:nvSpPr>
        <p:spPr>
          <a:xfrm>
            <a:off x="8966010" y="5287166"/>
            <a:ext cx="1314450" cy="13106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613410">
              <a:lnSpc>
                <a:spcPct val="106100"/>
              </a:lnSpc>
              <a:spcBef>
                <a:spcPts val="60"/>
              </a:spcBef>
            </a:pP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K</a:t>
            </a:r>
            <a:r>
              <a:rPr dirty="0" sz="700" spc="-55">
                <a:solidFill>
                  <a:srgbClr val="6A424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1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raatura</a:t>
            </a:r>
            <a:r>
              <a:rPr dirty="0" sz="700" spc="-1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2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</a:t>
            </a:r>
            <a:r>
              <a:rPr dirty="0" sz="700" spc="50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5D5C5D"/>
                </a:solidFill>
                <a:latin typeface="Arial"/>
                <a:cs typeface="Arial"/>
              </a:rPr>
              <a:t>RK</a:t>
            </a:r>
            <a:r>
              <a:rPr dirty="0" sz="700" spc="1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17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rd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45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700" spc="-50">
                <a:solidFill>
                  <a:srgbClr val="4E4952"/>
                </a:solidFill>
                <a:latin typeface="Arial"/>
                <a:cs typeface="Arial"/>
              </a:rPr>
              <a:t>RK</a:t>
            </a:r>
            <a:r>
              <a:rPr dirty="0" sz="700" spc="12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717474"/>
                </a:solidFill>
                <a:latin typeface="Arial"/>
                <a:cs typeface="Arial"/>
              </a:rPr>
              <a:t>1</a:t>
            </a:r>
            <a:r>
              <a:rPr dirty="0" sz="600">
                <a:solidFill>
                  <a:srgbClr val="4E4952"/>
                </a:solidFill>
                <a:latin typeface="Arial"/>
                <a:cs typeface="Arial"/>
              </a:rPr>
              <a:t>fi"</a:t>
            </a:r>
            <a:r>
              <a:rPr dirty="0" sz="600" spc="12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5D5C5D"/>
                </a:solidFill>
                <a:latin typeface="Arial"/>
                <a:cs typeface="Arial"/>
              </a:rPr>
              <a:t>�o</a:t>
            </a:r>
            <a:r>
              <a:rPr dirty="0" sz="600" spc="-10">
                <a:solidFill>
                  <a:srgbClr val="4B6A83"/>
                </a:solidFill>
                <a:latin typeface="Arial"/>
                <a:cs typeface="Arial"/>
              </a:rPr>
              <a:t>t</a:t>
            </a:r>
            <a:r>
              <a:rPr dirty="0" sz="600" spc="-10">
                <a:solidFill>
                  <a:srgbClr val="828485"/>
                </a:solidFill>
                <a:latin typeface="Arial"/>
                <a:cs typeface="Arial"/>
              </a:rPr>
              <a:t>iZl!</a:t>
            </a:r>
            <a:r>
              <a:rPr dirty="0" sz="600" spc="-10">
                <a:solidFill>
                  <a:srgbClr val="90DDFA"/>
                </a:solidFill>
                <a:latin typeface="Arial"/>
                <a:cs typeface="Arial"/>
              </a:rPr>
              <a:t>·</a:t>
            </a:r>
            <a:r>
              <a:rPr dirty="0" sz="600" spc="-10">
                <a:solidFill>
                  <a:srgbClr val="5D5C5D"/>
                </a:solidFill>
                <a:latin typeface="Arial"/>
                <a:cs typeface="Arial"/>
              </a:rPr>
              <a:t>c</a:t>
            </a:r>
            <a:r>
              <a:rPr dirty="0" sz="600" spc="-10">
                <a:solidFill>
                  <a:srgbClr val="D8D8D8"/>
                </a:solidFill>
                <a:latin typeface="Arial"/>
                <a:cs typeface="Arial"/>
              </a:rPr>
              <a:t>.</a:t>
            </a:r>
            <a:r>
              <a:rPr dirty="0" sz="600" spc="-10">
                <a:solidFill>
                  <a:srgbClr val="855C69"/>
                </a:solidFill>
                <a:latin typeface="Arial"/>
                <a:cs typeface="Arial"/>
              </a:rPr>
              <a:t>1.,¡,,</a:t>
            </a:r>
            <a:r>
              <a:rPr dirty="0" sz="600" spc="-10">
                <a:solidFill>
                  <a:srgbClr val="7F9E96"/>
                </a:solidFill>
                <a:latin typeface="Arial"/>
                <a:cs typeface="Arial"/>
              </a:rPr>
              <a:t>-</a:t>
            </a:r>
            <a:r>
              <a:rPr dirty="0" sz="600">
                <a:solidFill>
                  <a:srgbClr val="7F9E96"/>
                </a:solidFill>
                <a:latin typeface="Arial"/>
                <a:cs typeface="Arial"/>
              </a:rPr>
              <a:t>;:</a:t>
            </a:r>
            <a:r>
              <a:rPr dirty="0" sz="600" spc="-60">
                <a:solidFill>
                  <a:srgbClr val="7F9E96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887F67"/>
                </a:solidFill>
                <a:latin typeface="Arial"/>
                <a:cs typeface="Arial"/>
              </a:rPr>
              <a:t>-</a:t>
            </a:r>
            <a:r>
              <a:rPr dirty="0" sz="600" spc="-25">
                <a:solidFill>
                  <a:srgbClr val="887F67"/>
                </a:solidFill>
                <a:latin typeface="Arial"/>
                <a:cs typeface="Arial"/>
              </a:rPr>
              <a:t>,;</a:t>
            </a:r>
            <a:endParaRPr sz="600">
              <a:latin typeface="Arial"/>
              <a:cs typeface="Arial"/>
            </a:endParaRPr>
          </a:p>
          <a:p>
            <a:pPr marL="13970">
              <a:lnSpc>
                <a:spcPts val="865"/>
              </a:lnSpc>
              <a:spcBef>
                <a:spcPts val="15"/>
              </a:spcBef>
              <a:tabLst>
                <a:tab pos="295910" algn="l"/>
              </a:tabLst>
            </a:pPr>
            <a:r>
              <a:rPr dirty="0" sz="750" spc="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50">
                <a:solidFill>
                  <a:srgbClr val="5D5C5D"/>
                </a:solidFill>
                <a:latin typeface="Arial"/>
                <a:cs typeface="Arial"/>
              </a:rPr>
              <a:t>�</a:t>
            </a:r>
            <a:r>
              <a:rPr dirty="0" sz="750">
                <a:solidFill>
                  <a:srgbClr val="5D5C5D"/>
                </a:solidFill>
                <a:latin typeface="Arial"/>
                <a:cs typeface="Arial"/>
              </a:rPr>
              <a:t>	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í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i:t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rnr:a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55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fec</a:t>
            </a:r>
            <a:r>
              <a:rPr dirty="0" sz="700">
                <a:solidFill>
                  <a:srgbClr val="47416F"/>
                </a:solidFill>
                <a:latin typeface="Arial"/>
                <a:cs typeface="Arial"/>
              </a:rPr>
              <a:t>lil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14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FBD07B"/>
                </a:solidFill>
                <a:latin typeface="Arial"/>
                <a:cs typeface="Arial"/>
              </a:rPr>
              <a:t>1</a:t>
            </a:r>
            <a:r>
              <a:rPr dirty="0" sz="700" spc="-3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30">
                <a:solidFill>
                  <a:srgbClr val="5D5C5D"/>
                </a:solidFill>
                <a:latin typeface="Arial"/>
                <a:cs typeface="Arial"/>
              </a:rPr>
              <a:t>mit:i</a:t>
            </a:r>
            <a:r>
              <a:rPr dirty="0" sz="700" spc="-3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30">
                <a:solidFill>
                  <a:srgbClr val="E2F5BB"/>
                </a:solidFill>
                <a:latin typeface="Arial"/>
                <a:cs typeface="Arial"/>
              </a:rPr>
              <a:t>.</a:t>
            </a:r>
            <a:r>
              <a:rPr dirty="0" sz="700" spc="-3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3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30">
                <a:solidFill>
                  <a:srgbClr val="FBD07B"/>
                </a:solidFill>
                <a:latin typeface="Arial"/>
                <a:cs typeface="Arial"/>
              </a:rPr>
              <a:t>1</a:t>
            </a:r>
            <a:r>
              <a:rPr dirty="0" sz="700" spc="-30">
                <a:solidFill>
                  <a:srgbClr val="39536E"/>
                </a:solidFill>
                <a:latin typeface="Arial"/>
                <a:cs typeface="Arial"/>
              </a:rPr>
              <a:t>ril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ate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69"/>
              </a:lnSpc>
            </a:pPr>
            <a:r>
              <a:rPr dirty="0" sz="750">
                <a:solidFill>
                  <a:srgbClr val="4E4952"/>
                </a:solidFill>
                <a:latin typeface="Arial"/>
                <a:cs typeface="Arial"/>
              </a:rPr>
              <a:t>+</a:t>
            </a:r>
            <a:r>
              <a:rPr dirty="0" sz="750" spc="-9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472132"/>
                </a:solidFill>
                <a:latin typeface="Arial"/>
                <a:cs typeface="Arial"/>
              </a:rPr>
              <a:t>te:</a:t>
            </a:r>
            <a:r>
              <a:rPr dirty="0" sz="700" spc="-35">
                <a:solidFill>
                  <a:srgbClr val="472132"/>
                </a:solidFill>
                <a:latin typeface="Arial"/>
                <a:cs typeface="Arial"/>
              </a:rPr>
              <a:t>:</a:t>
            </a:r>
            <a:r>
              <a:rPr dirty="0" sz="700" spc="-4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4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40">
                <a:solidFill>
                  <a:srgbClr val="1E0900"/>
                </a:solidFill>
                <a:latin typeface="Arial"/>
                <a:cs typeface="Arial"/>
              </a:rPr>
              <a:t>_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.:</a:t>
            </a:r>
            <a:r>
              <a:rPr dirty="0" sz="700" spc="-40">
                <a:solidFill>
                  <a:srgbClr val="5D5C5D"/>
                </a:solidFill>
                <a:latin typeface="Arial"/>
                <a:cs typeface="Arial"/>
              </a:rPr>
              <a:t>i</a:t>
            </a:r>
            <a:r>
              <a:rPr dirty="0" sz="700" spc="-40">
                <a:solidFill>
                  <a:srgbClr val="3C383D"/>
                </a:solidFill>
                <a:latin typeface="Arial"/>
                <a:cs typeface="Arial"/>
              </a:rPr>
              <a:t>,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e</a:t>
            </a:r>
            <a:r>
              <a:rPr dirty="0" sz="700" spc="-35">
                <a:solidFill>
                  <a:srgbClr val="3C383D"/>
                </a:solidFill>
                <a:latin typeface="Arial"/>
                <a:cs typeface="Arial"/>
              </a:rPr>
              <a:t>n</a:t>
            </a:r>
            <a:r>
              <a:rPr dirty="0" sz="700" spc="-40">
                <a:solidFill>
                  <a:srgbClr val="90DDFA"/>
                </a:solidFill>
                <a:latin typeface="Arial"/>
                <a:cs typeface="Arial"/>
              </a:rPr>
              <a:t>.</a:t>
            </a:r>
            <a:r>
              <a:rPr dirty="0" sz="700" spc="-40">
                <a:solidFill>
                  <a:srgbClr val="3C383D"/>
                </a:solidFill>
                <a:latin typeface="Arial"/>
                <a:cs typeface="Arial"/>
              </a:rPr>
              <a:t>c</a:t>
            </a:r>
            <a:r>
              <a:rPr dirty="0" sz="700" spc="-4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m:</a:t>
            </a:r>
            <a:r>
              <a:rPr dirty="0" sz="700" spc="-35">
                <a:solidFill>
                  <a:srgbClr val="5D5C5D"/>
                </a:solidFill>
                <a:latin typeface="Arial"/>
                <a:cs typeface="Arial"/>
              </a:rPr>
              <a:t>'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Eil!</a:t>
            </a:r>
            <a:r>
              <a:rPr dirty="0" sz="700" spc="-35">
                <a:solidFill>
                  <a:srgbClr val="5D5C5D"/>
                </a:solidFill>
                <a:latin typeface="Arial"/>
                <a:cs typeface="Arial"/>
              </a:rPr>
              <a:t>.</a:t>
            </a:r>
            <a:r>
              <a:rPr dirty="0" sz="700" spc="-4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_</a:t>
            </a:r>
            <a:r>
              <a:rPr dirty="0" sz="700" spc="-35">
                <a:solidFill>
                  <a:srgbClr val="312D4F"/>
                </a:solidFill>
                <a:latin typeface="Arial"/>
                <a:cs typeface="Arial"/>
              </a:rPr>
              <a:t>p</a:t>
            </a:r>
            <a:r>
              <a:rPr dirty="0" sz="700" spc="-40">
                <a:solidFill>
                  <a:srgbClr val="312D4F"/>
                </a:solidFill>
                <a:latin typeface="Arial"/>
                <a:cs typeface="Arial"/>
              </a:rPr>
              <a:t>ag</a:t>
            </a:r>
            <a:r>
              <a:rPr dirty="0" sz="700" spc="-409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40">
                <a:solidFill>
                  <a:srgbClr val="FBD07B"/>
                </a:solidFill>
                <a:latin typeface="Arial"/>
                <a:cs typeface="Arial"/>
              </a:rPr>
              <a:t>,</a:t>
            </a:r>
            <a:r>
              <a:rPr dirty="0" sz="700" spc="-560">
                <a:solidFill>
                  <a:srgbClr val="39536E"/>
                </a:solidFill>
                <a:latin typeface="Arial"/>
                <a:cs typeface="Arial"/>
              </a:rPr>
              <a:t>m</a:t>
            </a:r>
            <a:r>
              <a:rPr dirty="0" sz="700" spc="-4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40">
                <a:solidFill>
                  <a:srgbClr val="A9FFFF"/>
                </a:solidFill>
                <a:latin typeface="Arial"/>
                <a:cs typeface="Arial"/>
              </a:rPr>
              <a:t>.</a:t>
            </a:r>
            <a:r>
              <a:rPr dirty="0" sz="700" spc="210">
                <a:solidFill>
                  <a:srgbClr val="A9FFFF"/>
                </a:solidFill>
                <a:latin typeface="Arial"/>
                <a:cs typeface="Arial"/>
              </a:rPr>
              <a:t> </a:t>
            </a:r>
            <a:r>
              <a:rPr dirty="0" sz="700" spc="30">
                <a:solidFill>
                  <a:srgbClr val="312D4F"/>
                </a:solidFill>
                <a:latin typeface="Arial"/>
                <a:cs typeface="Arial"/>
              </a:rPr>
              <a:t>ate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15"/>
              </a:lnSpc>
            </a:pPr>
            <a:r>
              <a:rPr dirty="0" sz="750">
                <a:solidFill>
                  <a:srgbClr val="4E4952"/>
                </a:solidFill>
                <a:latin typeface="Arial"/>
                <a:cs typeface="Arial"/>
              </a:rPr>
              <a:t>+</a:t>
            </a:r>
            <a:r>
              <a:rPr dirty="0" sz="750" spc="-5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fe::</a:t>
            </a:r>
            <a:r>
              <a:rPr dirty="0" sz="700" spc="-3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a_pa</a:t>
            </a:r>
            <a:r>
              <a:rPr dirty="0" sz="700" spc="-30">
                <a:solidFill>
                  <a:srgbClr val="39536E"/>
                </a:solidFill>
                <a:latin typeface="Arial"/>
                <a:cs typeface="Arial"/>
              </a:rPr>
              <a:t>g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3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3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idl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ate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15"/>
              </a:lnSpc>
            </a:pPr>
            <a:r>
              <a:rPr dirty="0" baseline="3703" sz="1125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baseline="3703" sz="1125" spc="-13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baseline="3968" sz="1050" spc="-44">
                <a:solidFill>
                  <a:srgbClr val="5D5C5D"/>
                </a:solidFill>
                <a:latin typeface="Arial"/>
                <a:cs typeface="Arial"/>
              </a:rPr>
              <a:t>lil'IOll</a:t>
            </a:r>
            <a:r>
              <a:rPr dirty="0" baseline="3968" sz="1050" spc="-44">
                <a:solidFill>
                  <a:srgbClr val="755740"/>
                </a:solidFill>
                <a:latin typeface="Arial"/>
                <a:cs typeface="Arial"/>
              </a:rPr>
              <a:t>[</a:t>
            </a:r>
            <a:r>
              <a:rPr dirty="0" baseline="3968" sz="1050" spc="-44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baseline="3968" sz="1050" spc="-7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baseline="3968" sz="1050">
                <a:solidFill>
                  <a:srgbClr val="4E4952"/>
                </a:solidFill>
                <a:latin typeface="Arial"/>
                <a:cs typeface="Arial"/>
              </a:rPr>
              <a:t>�</a:t>
            </a:r>
            <a:r>
              <a:rPr dirty="0" baseline="3968" sz="1050" spc="63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: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tat</a:t>
            </a:r>
            <a:r>
              <a:rPr dirty="0" sz="700" spc="17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9A9A9A"/>
                </a:solidFill>
                <a:latin typeface="Arial"/>
                <a:cs typeface="Arial"/>
              </a:rPr>
              <a:t>'.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e::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lilEI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55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2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�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esloiS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,dl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lim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40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7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320">
                <a:solidFill>
                  <a:srgbClr val="5D5C5D"/>
                </a:solidFill>
                <a:latin typeface="Arial"/>
                <a:cs typeface="Arial"/>
              </a:rPr>
              <a:t>=:</a:t>
            </a:r>
            <a:r>
              <a:rPr dirty="0" sz="700" spc="32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15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toi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FBD07B"/>
                </a:solidFill>
                <a:latin typeface="Arial"/>
                <a:cs typeface="Arial"/>
              </a:rPr>
              <a:t>,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l:fil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55"/>
              </a:lnSpc>
            </a:pPr>
            <a:r>
              <a:rPr dirty="0" sz="750" spc="-3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00" spc="-30">
                <a:solidFill>
                  <a:srgbClr val="FBD07B"/>
                </a:solidFill>
                <a:latin typeface="Arial"/>
                <a:cs typeface="Arial"/>
              </a:rPr>
              <a:t>,</a:t>
            </a:r>
            <a:r>
              <a:rPr dirty="0" sz="700" spc="-3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30">
                <a:solidFill>
                  <a:srgbClr val="E1E28B"/>
                </a:solidFill>
                <a:latin typeface="Arial"/>
                <a:cs typeface="Arial"/>
              </a:rPr>
              <a:t>.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sr.a</a:t>
            </a:r>
            <a:r>
              <a:rPr dirty="0" sz="700" spc="-30">
                <a:solidFill>
                  <a:srgbClr val="39536E"/>
                </a:solidFill>
                <a:latin typeface="Arial"/>
                <a:cs typeface="Arial"/>
              </a:rPr>
              <a:t>rn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o_pago</a:t>
            </a:r>
            <a:r>
              <a:rPr dirty="0" sz="700" spc="-3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30">
                <a:solidFill>
                  <a:srgbClr val="5D5C5D"/>
                </a:solidFill>
                <a:latin typeface="Arial"/>
                <a:cs typeface="Arial"/>
              </a:rPr>
              <a:t>'ljaJC</a:t>
            </a:r>
            <a:r>
              <a:rPr dirty="0" sz="700" spc="-3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3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30">
                <a:solidFill>
                  <a:srgbClr val="614E79"/>
                </a:solidFill>
                <a:latin typeface="Arial"/>
                <a:cs typeface="Arial"/>
              </a:rPr>
              <a:t>r1;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30</a:t>
            </a:r>
            <a:r>
              <a:rPr dirty="0" sz="700" spc="-30">
                <a:solidFill>
                  <a:srgbClr val="71747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90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6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s'.o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rn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o_pa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g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o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25">
                <a:solidFill>
                  <a:srgbClr val="FBD07B"/>
                </a:solidFill>
                <a:latin typeface="Arial"/>
                <a:cs typeface="Arial"/>
              </a:rPr>
              <a:t>·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11are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614E79"/>
                </a:solidFill>
                <a:latin typeface="Arial"/>
                <a:cs typeface="Arial"/>
              </a:rPr>
              <a:t>(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5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5D788D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sp>
        <p:nvSpPr>
          <p:cNvPr id="495" name="object 495"/>
          <p:cNvSpPr txBox="1"/>
          <p:nvPr/>
        </p:nvSpPr>
        <p:spPr>
          <a:xfrm>
            <a:off x="13294211" y="6503646"/>
            <a:ext cx="3873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96" name="object 496"/>
          <p:cNvSpPr txBox="1"/>
          <p:nvPr/>
        </p:nvSpPr>
        <p:spPr>
          <a:xfrm>
            <a:off x="15366268" y="6503646"/>
            <a:ext cx="3873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97" name="object 497"/>
          <p:cNvSpPr txBox="1"/>
          <p:nvPr/>
        </p:nvSpPr>
        <p:spPr>
          <a:xfrm>
            <a:off x="13292618" y="6562584"/>
            <a:ext cx="46990" cy="176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8" name="object 498"/>
          <p:cNvSpPr txBox="1"/>
          <p:nvPr/>
        </p:nvSpPr>
        <p:spPr>
          <a:xfrm>
            <a:off x="14861655" y="6558184"/>
            <a:ext cx="8572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499" name="object 499"/>
          <p:cNvSpPr txBox="1"/>
          <p:nvPr/>
        </p:nvSpPr>
        <p:spPr>
          <a:xfrm>
            <a:off x="15348929" y="6691305"/>
            <a:ext cx="3492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00" name="object 500"/>
          <p:cNvSpPr txBox="1"/>
          <p:nvPr/>
        </p:nvSpPr>
        <p:spPr>
          <a:xfrm>
            <a:off x="19875123" y="6536180"/>
            <a:ext cx="246379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229">
                <a:solidFill>
                  <a:srgbClr val="C8C8C8"/>
                </a:solidFill>
                <a:latin typeface="Arial"/>
                <a:cs typeface="Arial"/>
              </a:rPr>
              <a:t>r-</a:t>
            </a:r>
            <a:r>
              <a:rPr dirty="0" sz="600" spc="204">
                <a:solidFill>
                  <a:srgbClr val="C8C8C8"/>
                </a:solidFill>
                <a:latin typeface="Arial"/>
                <a:cs typeface="Arial"/>
              </a:rPr>
              <a:t>·-</a:t>
            </a:r>
            <a:endParaRPr sz="600">
              <a:latin typeface="Arial"/>
              <a:cs typeface="Arial"/>
            </a:endParaRPr>
          </a:p>
        </p:txBody>
      </p:sp>
      <p:sp>
        <p:nvSpPr>
          <p:cNvPr id="501" name="object 501"/>
          <p:cNvSpPr txBox="1"/>
          <p:nvPr/>
        </p:nvSpPr>
        <p:spPr>
          <a:xfrm>
            <a:off x="19870537" y="6667416"/>
            <a:ext cx="8572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19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02" name="object 502"/>
          <p:cNvSpPr txBox="1"/>
          <p:nvPr/>
        </p:nvSpPr>
        <p:spPr>
          <a:xfrm>
            <a:off x="11516467" y="6751501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03" name="object 503"/>
          <p:cNvSpPr txBox="1"/>
          <p:nvPr/>
        </p:nvSpPr>
        <p:spPr>
          <a:xfrm>
            <a:off x="17234678" y="6709223"/>
            <a:ext cx="55244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10">
                <a:solidFill>
                  <a:srgbClr val="4B6A83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04" name="object 504"/>
          <p:cNvSpPr txBox="1"/>
          <p:nvPr/>
        </p:nvSpPr>
        <p:spPr>
          <a:xfrm>
            <a:off x="12193472" y="6766431"/>
            <a:ext cx="6540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60">
                <a:solidFill>
                  <a:srgbClr val="542956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505" name="object 505"/>
          <p:cNvSpPr txBox="1"/>
          <p:nvPr/>
        </p:nvSpPr>
        <p:spPr>
          <a:xfrm>
            <a:off x="14862040" y="6779005"/>
            <a:ext cx="977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47416F"/>
                </a:solidFill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506" name="object 506"/>
          <p:cNvSpPr txBox="1"/>
          <p:nvPr/>
        </p:nvSpPr>
        <p:spPr>
          <a:xfrm>
            <a:off x="19206812" y="6763917"/>
            <a:ext cx="4572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8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19883237" y="6757944"/>
            <a:ext cx="11430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00" spc="-18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08" name="object 508"/>
          <p:cNvSpPr txBox="1"/>
          <p:nvPr/>
        </p:nvSpPr>
        <p:spPr>
          <a:xfrm>
            <a:off x="19874763" y="6768474"/>
            <a:ext cx="577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445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509" name="object 509"/>
          <p:cNvSpPr txBox="1"/>
          <p:nvPr/>
        </p:nvSpPr>
        <p:spPr>
          <a:xfrm>
            <a:off x="11514346" y="6884622"/>
            <a:ext cx="50800" cy="2832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4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51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10" name="object 510"/>
          <p:cNvSpPr txBox="1"/>
          <p:nvPr/>
        </p:nvSpPr>
        <p:spPr>
          <a:xfrm>
            <a:off x="13290638" y="6904268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15950708" y="6884622"/>
            <a:ext cx="50800" cy="2832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4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51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12" name="object 512"/>
          <p:cNvSpPr txBox="1"/>
          <p:nvPr/>
        </p:nvSpPr>
        <p:spPr>
          <a:xfrm>
            <a:off x="16842978" y="6897509"/>
            <a:ext cx="4889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13" name="object 513"/>
          <p:cNvSpPr txBox="1"/>
          <p:nvPr/>
        </p:nvSpPr>
        <p:spPr>
          <a:xfrm>
            <a:off x="17227838" y="6922186"/>
            <a:ext cx="9906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514" name="object 514"/>
          <p:cNvSpPr txBox="1"/>
          <p:nvPr/>
        </p:nvSpPr>
        <p:spPr>
          <a:xfrm>
            <a:off x="18612908" y="6884622"/>
            <a:ext cx="50800" cy="2832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4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51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15" name="object 515"/>
          <p:cNvSpPr txBox="1"/>
          <p:nvPr/>
        </p:nvSpPr>
        <p:spPr>
          <a:xfrm>
            <a:off x="9895165" y="6992753"/>
            <a:ext cx="6731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45">
                <a:solidFill>
                  <a:srgbClr val="5D5C5D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516" name="object 516"/>
          <p:cNvSpPr txBox="1"/>
          <p:nvPr/>
        </p:nvSpPr>
        <p:spPr>
          <a:xfrm>
            <a:off x="14327672" y="6971379"/>
            <a:ext cx="8496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80">
                <a:solidFill>
                  <a:srgbClr val="F6BC5D"/>
                </a:solidFill>
                <a:latin typeface="Arial"/>
                <a:cs typeface="Arial"/>
              </a:rPr>
              <a:t>,</a:t>
            </a:r>
            <a:r>
              <a:rPr dirty="0" sz="700" spc="80">
                <a:solidFill>
                  <a:srgbClr val="3C383D"/>
                </a:solidFill>
                <a:latin typeface="Arial"/>
                <a:cs typeface="Arial"/>
              </a:rPr>
              <a:t>�</a:t>
            </a:r>
            <a:r>
              <a:rPr dirty="0" sz="700" spc="80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80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 spc="8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80">
                <a:solidFill>
                  <a:srgbClr val="3C383D"/>
                </a:solidFill>
                <a:latin typeface="Arial"/>
                <a:cs typeface="Arial"/>
              </a:rPr>
              <a:t>grJir:iari</a:t>
            </a:r>
            <a:r>
              <a:rPr dirty="0" sz="700" spc="80">
                <a:solidFill>
                  <a:srgbClr val="231C2C"/>
                </a:solidFill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</p:txBody>
      </p:sp>
      <p:sp>
        <p:nvSpPr>
          <p:cNvPr id="517" name="object 517"/>
          <p:cNvSpPr txBox="1"/>
          <p:nvPr/>
        </p:nvSpPr>
        <p:spPr>
          <a:xfrm>
            <a:off x="19769661" y="6840301"/>
            <a:ext cx="170180" cy="34988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baseline="3968" sz="1050" spc="-44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3968" sz="1050" spc="6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700" spc="-25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00" spc="-25">
                <a:solidFill>
                  <a:srgbClr val="C8C8C8"/>
                </a:solidFill>
                <a:latin typeface="Arial"/>
                <a:cs typeface="Arial"/>
              </a:rPr>
              <a:t>:</a:t>
            </a:r>
            <a:endParaRPr sz="700">
              <a:latin typeface="Arial"/>
              <a:cs typeface="Arial"/>
            </a:endParaRPr>
          </a:p>
        </p:txBody>
      </p:sp>
      <p:sp>
        <p:nvSpPr>
          <p:cNvPr id="518" name="object 518"/>
          <p:cNvSpPr txBox="1"/>
          <p:nvPr/>
        </p:nvSpPr>
        <p:spPr>
          <a:xfrm>
            <a:off x="9420894" y="7001398"/>
            <a:ext cx="9080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baseline="-25252" sz="825" spc="-37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50" spc="-25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50">
              <a:latin typeface="Arial"/>
              <a:cs typeface="Arial"/>
            </a:endParaRPr>
          </a:p>
        </p:txBody>
      </p:sp>
      <p:sp>
        <p:nvSpPr>
          <p:cNvPr id="519" name="object 519"/>
          <p:cNvSpPr txBox="1"/>
          <p:nvPr/>
        </p:nvSpPr>
        <p:spPr>
          <a:xfrm>
            <a:off x="19206812" y="6821441"/>
            <a:ext cx="45720" cy="36893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700" spc="-18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700" spc="-18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20" name="object 520"/>
          <p:cNvSpPr txBox="1"/>
          <p:nvPr/>
        </p:nvSpPr>
        <p:spPr>
          <a:xfrm>
            <a:off x="19500936" y="6821441"/>
            <a:ext cx="49530" cy="36893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21" name="object 521"/>
          <p:cNvSpPr txBox="1"/>
          <p:nvPr/>
        </p:nvSpPr>
        <p:spPr>
          <a:xfrm>
            <a:off x="10306802" y="7001398"/>
            <a:ext cx="100330" cy="311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baseline="-25252" sz="825" spc="-37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50" spc="-25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22" name="object 522"/>
          <p:cNvSpPr txBox="1"/>
          <p:nvPr/>
        </p:nvSpPr>
        <p:spPr>
          <a:xfrm>
            <a:off x="11222350" y="7057035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23" name="object 523"/>
          <p:cNvSpPr txBox="1"/>
          <p:nvPr/>
        </p:nvSpPr>
        <p:spPr>
          <a:xfrm>
            <a:off x="12112498" y="7063479"/>
            <a:ext cx="4889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24" name="object 524"/>
          <p:cNvSpPr txBox="1"/>
          <p:nvPr/>
        </p:nvSpPr>
        <p:spPr>
          <a:xfrm>
            <a:off x="12994629" y="7057035"/>
            <a:ext cx="5270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25" name="object 525"/>
          <p:cNvSpPr txBox="1"/>
          <p:nvPr/>
        </p:nvSpPr>
        <p:spPr>
          <a:xfrm>
            <a:off x="13290638" y="7057035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26" name="object 526"/>
          <p:cNvSpPr txBox="1"/>
          <p:nvPr/>
        </p:nvSpPr>
        <p:spPr>
          <a:xfrm>
            <a:off x="9444174" y="7178840"/>
            <a:ext cx="5206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3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27" name="object 527"/>
          <p:cNvSpPr txBox="1"/>
          <p:nvPr/>
        </p:nvSpPr>
        <p:spPr>
          <a:xfrm>
            <a:off x="11220230" y="717884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28" name="object 528"/>
          <p:cNvSpPr txBox="1"/>
          <p:nvPr/>
        </p:nvSpPr>
        <p:spPr>
          <a:xfrm>
            <a:off x="11514346" y="717884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12992508" y="7178840"/>
            <a:ext cx="5206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3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14101595" y="7169410"/>
            <a:ext cx="1233170" cy="4527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1905">
              <a:lnSpc>
                <a:spcPct val="100000"/>
              </a:lnSpc>
              <a:spcBef>
                <a:spcPts val="110"/>
              </a:spcBef>
            </a:pPr>
            <a:r>
              <a:rPr dirty="0" sz="550" b="1">
                <a:solidFill>
                  <a:srgbClr val="717474"/>
                </a:solidFill>
                <a:latin typeface="Arial"/>
                <a:cs typeface="Arial"/>
              </a:rPr>
              <a:t>P1{</a:t>
            </a:r>
            <a:r>
              <a:rPr dirty="0" sz="550" spc="100" b="1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50" b="1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50" b="1">
                <a:solidFill>
                  <a:srgbClr val="39536E"/>
                </a:solidFill>
                <a:latin typeface="Arial"/>
                <a:cs typeface="Arial"/>
              </a:rPr>
              <a:t>ril</a:t>
            </a:r>
            <a:r>
              <a:rPr dirty="0" sz="700" spc="-50" b="1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50" b="1">
                <a:solidFill>
                  <a:srgbClr val="4E4952"/>
                </a:solidFill>
                <a:latin typeface="Arial"/>
                <a:cs typeface="Arial"/>
              </a:rPr>
              <a:t>iru.q</a:t>
            </a:r>
            <a:r>
              <a:rPr dirty="0" sz="700" spc="-50" b="1">
                <a:solidFill>
                  <a:srgbClr val="90DDFA"/>
                </a:solidFill>
                <a:latin typeface="Arial"/>
                <a:cs typeface="Arial"/>
              </a:rPr>
              <a:t>,</a:t>
            </a:r>
            <a:r>
              <a:rPr dirty="0" sz="700" spc="-50" b="1">
                <a:solidFill>
                  <a:srgbClr val="717474"/>
                </a:solidFill>
                <a:latin typeface="Arial"/>
                <a:cs typeface="Arial"/>
              </a:rPr>
              <a:t>�aiari3r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,</a:t>
            </a:r>
            <a:r>
              <a:rPr dirty="0" sz="700" spc="-50" b="1">
                <a:solidFill>
                  <a:srgbClr val="717474"/>
                </a:solidFill>
                <a:latin typeface="Arial"/>
                <a:cs typeface="Arial"/>
              </a:rPr>
              <a:t>.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¡¡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5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dlaq30</a:t>
            </a:r>
            <a:r>
              <a:rPr dirty="0" sz="700" spc="-50">
                <a:solidFill>
                  <a:srgbClr val="855C69"/>
                </a:solidFill>
                <a:latin typeface="Arial"/>
                <a:cs typeface="Arial"/>
              </a:rPr>
              <a:t>}</a:t>
            </a:r>
            <a:r>
              <a:rPr dirty="0" sz="700" spc="500">
                <a:solidFill>
                  <a:srgbClr val="855C6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55740"/>
                </a:solidFill>
                <a:latin typeface="Arial"/>
                <a:cs typeface="Arial"/>
              </a:rPr>
              <a:t>F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K</a:t>
            </a:r>
            <a:r>
              <a:rPr dirty="0" sz="700" spc="-60">
                <a:solidFill>
                  <a:srgbClr val="542956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55740"/>
                </a:solidFill>
                <a:latin typeface="Arial"/>
                <a:cs typeface="Arial"/>
              </a:rPr>
              <a:t>id</a:t>
            </a:r>
            <a:r>
              <a:rPr dirty="0" sz="700">
                <a:solidFill>
                  <a:srgbClr val="90DDFA"/>
                </a:solidFill>
                <a:latin typeface="Arial"/>
                <a:cs typeface="Arial"/>
              </a:rPr>
              <a:t>l</a:t>
            </a:r>
            <a:r>
              <a:rPr dirty="0" sz="700" spc="125">
                <a:solidFill>
                  <a:srgbClr val="90DDF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oo</a:t>
            </a:r>
            <a:r>
              <a:rPr dirty="0" sz="700" spc="-10">
                <a:solidFill>
                  <a:srgbClr val="3D1010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6A424E"/>
                </a:solidFill>
                <a:latin typeface="Arial"/>
                <a:cs typeface="Arial"/>
              </a:rPr>
              <a:t>l'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en</a:t>
            </a:r>
            <a:r>
              <a:rPr dirty="0" sz="700" spc="-10">
                <a:solidFill>
                  <a:srgbClr val="80B1AD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887F67"/>
                </a:solidFill>
                <a:latin typeface="Arial"/>
                <a:cs typeface="Arial"/>
              </a:rPr>
              <a:t>.,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,</a:t>
            </a:r>
            <a:endParaRPr sz="700">
              <a:latin typeface="Arial"/>
              <a:cs typeface="Arial"/>
            </a:endParaRPr>
          </a:p>
          <a:p>
            <a:pPr marL="13970" marR="409575" indent="5080">
              <a:lnSpc>
                <a:spcPts val="790"/>
              </a:lnSpc>
              <a:spcBef>
                <a:spcPts val="110"/>
              </a:spcBef>
            </a:pPr>
            <a:r>
              <a:rPr dirty="0" sz="700">
                <a:solidFill>
                  <a:srgbClr val="47416F"/>
                </a:solidFill>
                <a:latin typeface="Arial"/>
                <a:cs typeface="Arial"/>
              </a:rPr>
              <a:t>fe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dl</a:t>
            </a: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a</a:t>
            </a:r>
            <a:r>
              <a:rPr dirty="0" sz="700" spc="35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4E4952"/>
                </a:solidFill>
                <a:latin typeface="Arial"/>
                <a:cs typeface="Arial"/>
              </a:rPr>
              <a:t>e:m</a:t>
            </a:r>
            <a:r>
              <a:rPr dirty="0" sz="700" spc="-3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30">
                <a:solidFill>
                  <a:srgbClr val="5D5C5D"/>
                </a:solidFill>
                <a:latin typeface="Arial"/>
                <a:cs typeface="Arial"/>
              </a:rPr>
              <a:t>sioo</a:t>
            </a:r>
            <a:r>
              <a:rPr dirty="0" sz="700" spc="-30">
                <a:solidFill>
                  <a:srgbClr val="80B1AD"/>
                </a:solidFill>
                <a:latin typeface="Arial"/>
                <a:cs typeface="Arial"/>
              </a:rPr>
              <a:t>c</a:t>
            </a:r>
            <a:r>
              <a:rPr dirty="0" sz="700" spc="-3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a'.</a:t>
            </a:r>
            <a:r>
              <a:rPr dirty="0" sz="700" spc="-3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50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A664F"/>
                </a:solidFill>
                <a:latin typeface="Arial"/>
                <a:cs typeface="Arial"/>
              </a:rPr>
              <a:t>n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rn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as</a:t>
            </a:r>
            <a:r>
              <a:rPr dirty="0" sz="700">
                <a:solidFill>
                  <a:srgbClr val="288FD2"/>
                </a:solidFill>
                <a:latin typeface="Arial"/>
                <a:cs typeface="Arial"/>
              </a:rPr>
              <a:t>:</a:t>
            </a:r>
            <a:r>
              <a:rPr dirty="0" sz="700" spc="-30">
                <a:solidFill>
                  <a:srgbClr val="288FD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dlat{&amp;)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15950708" y="717884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17425320" y="7124146"/>
            <a:ext cx="17780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 b="1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sz="700" spc="-25" b="1">
                <a:solidFill>
                  <a:srgbClr val="39536E"/>
                </a:solidFill>
                <a:latin typeface="Arial"/>
                <a:cs typeface="Arial"/>
              </a:rPr>
              <a:t>iT</a:t>
            </a:r>
            <a:endParaRPr sz="70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18612908" y="717884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19500936" y="7178840"/>
            <a:ext cx="4953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5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35" name="object 535"/>
          <p:cNvSpPr txBox="1"/>
          <p:nvPr/>
        </p:nvSpPr>
        <p:spPr>
          <a:xfrm>
            <a:off x="16468594" y="7124146"/>
            <a:ext cx="767715" cy="3263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5178A3"/>
                </a:solidFill>
                <a:latin typeface="Arial"/>
                <a:cs typeface="Arial"/>
              </a:rPr>
              <a:t>l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29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700" spc="-130">
                <a:solidFill>
                  <a:srgbClr val="4E4952"/>
                </a:solidFill>
                <a:latin typeface="Arial"/>
                <a:cs typeface="Arial"/>
              </a:rPr>
              <a:t>111</a:t>
            </a:r>
            <a:r>
              <a:rPr dirty="0" sz="700" spc="-130">
                <a:solidFill>
                  <a:srgbClr val="312D4F"/>
                </a:solidFill>
                <a:latin typeface="Arial"/>
                <a:cs typeface="Arial"/>
              </a:rPr>
              <a:t>0:a/</a:t>
            </a:r>
            <a:r>
              <a:rPr dirty="0" sz="700" spc="-130">
                <a:solidFill>
                  <a:srgbClr val="39536E"/>
                </a:solidFill>
                <a:latin typeface="Arial"/>
                <a:cs typeface="Arial"/>
              </a:rPr>
              <a:t>U</a:t>
            </a:r>
            <a:r>
              <a:rPr dirty="0" sz="700" spc="-130">
                <a:solidFill>
                  <a:srgbClr val="3C383D"/>
                </a:solidFill>
                <a:latin typeface="Arial"/>
                <a:cs typeface="Arial"/>
              </a:rPr>
              <a:t>�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700" b="1">
                <a:solidFill>
                  <a:srgbClr val="5D5C5D"/>
                </a:solidFill>
                <a:latin typeface="Arial"/>
                <a:cs typeface="Arial"/>
              </a:rPr>
              <a:t>PK</a:t>
            </a:r>
            <a:r>
              <a:rPr dirty="0" sz="700" spc="15" b="1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9536E"/>
                </a:solidFill>
                <a:latin typeface="Arial"/>
                <a:cs typeface="Arial"/>
              </a:rPr>
              <a:t>dl</a:t>
            </a:r>
            <a:r>
              <a:rPr dirty="0" sz="700" spc="1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190">
                <a:solidFill>
                  <a:srgbClr val="3A3075"/>
                </a:solidFill>
                <a:latin typeface="Arial"/>
                <a:cs typeface="Arial"/>
              </a:rPr>
              <a:t>u</a:t>
            </a:r>
            <a:r>
              <a:rPr dirty="0" sz="700" spc="190">
                <a:solidFill>
                  <a:srgbClr val="3C383D"/>
                </a:solidFill>
                <a:latin typeface="Arial"/>
                <a:cs typeface="Arial"/>
              </a:rPr>
              <a:t>=</a:t>
            </a:r>
            <a:r>
              <a:rPr dirty="0" sz="700" spc="190">
                <a:solidFill>
                  <a:srgbClr val="887F67"/>
                </a:solidFill>
                <a:latin typeface="Arial"/>
                <a:cs typeface="Arial"/>
              </a:rPr>
              <a:t>-</a:t>
            </a:r>
            <a:r>
              <a:rPr dirty="0" sz="700" spc="90">
                <a:solidFill>
                  <a:srgbClr val="887F67"/>
                </a:solidFill>
                <a:latin typeface="Arial"/>
                <a:cs typeface="Arial"/>
              </a:rPr>
              <a:t>,</a:t>
            </a:r>
            <a:r>
              <a:rPr dirty="0" sz="700" spc="90">
                <a:solidFill>
                  <a:srgbClr val="4E4952"/>
                </a:solidFill>
                <a:latin typeface="Arial"/>
                <a:cs typeface="Arial"/>
              </a:rPr>
              <a:t>¡</a:t>
            </a:r>
            <a:endParaRPr sz="700">
              <a:latin typeface="Arial"/>
              <a:cs typeface="Arial"/>
            </a:endParaRPr>
          </a:p>
        </p:txBody>
      </p:sp>
      <p:sp>
        <p:nvSpPr>
          <p:cNvPr id="536" name="object 536"/>
          <p:cNvSpPr txBox="1"/>
          <p:nvPr/>
        </p:nvSpPr>
        <p:spPr>
          <a:xfrm>
            <a:off x="18615452" y="7387245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37" name="object 537"/>
          <p:cNvSpPr txBox="1"/>
          <p:nvPr/>
        </p:nvSpPr>
        <p:spPr>
          <a:xfrm>
            <a:off x="19209356" y="7387245"/>
            <a:ext cx="44450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7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38" name="object 538"/>
          <p:cNvSpPr txBox="1"/>
          <p:nvPr/>
        </p:nvSpPr>
        <p:spPr>
          <a:xfrm>
            <a:off x="19503480" y="7387245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9890281" y="7360684"/>
            <a:ext cx="114935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4E4952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2175111" y="7356755"/>
            <a:ext cx="11811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50" b="1">
                <a:solidFill>
                  <a:srgbClr val="4E4952"/>
                </a:solidFill>
                <a:latin typeface="Arial"/>
                <a:cs typeface="Arial"/>
              </a:rPr>
              <a:t>N</a:t>
            </a:r>
            <a:endParaRPr sz="95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5952837" y="7383315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9781511" y="7124050"/>
            <a:ext cx="169545" cy="35242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409"/>
              </a:spcBef>
            </a:pPr>
            <a:r>
              <a:rPr dirty="0" baseline="-11904" sz="1050" spc="-44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11904" sz="1050" spc="6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05410">
              <a:lnSpc>
                <a:spcPts val="415"/>
              </a:lnSpc>
              <a:spcBef>
                <a:spcPts val="170"/>
              </a:spcBef>
            </a:pPr>
            <a:r>
              <a:rPr dirty="0" sz="400" spc="2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25400">
              <a:lnSpc>
                <a:spcPts val="835"/>
              </a:lnSpc>
            </a:pPr>
            <a:r>
              <a:rPr dirty="0" baseline="-14814" sz="1125" spc="-82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14814" sz="1125" spc="44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43" name="object 543"/>
          <p:cNvSpPr txBox="1"/>
          <p:nvPr/>
        </p:nvSpPr>
        <p:spPr>
          <a:xfrm>
            <a:off x="11516467" y="7490818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44" name="object 544"/>
          <p:cNvSpPr txBox="1"/>
          <p:nvPr/>
        </p:nvSpPr>
        <p:spPr>
          <a:xfrm>
            <a:off x="16467777" y="7427794"/>
            <a:ext cx="98806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F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K</a:t>
            </a:r>
            <a:r>
              <a:rPr dirty="0" sz="700" spc="-45">
                <a:solidFill>
                  <a:srgbClr val="542956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55740"/>
                </a:solidFill>
                <a:latin typeface="Arial"/>
                <a:cs typeface="Arial"/>
              </a:rPr>
              <a:t>id</a:t>
            </a:r>
            <a:r>
              <a:rPr dirty="0" sz="700">
                <a:solidFill>
                  <a:srgbClr val="90DDFA"/>
                </a:solidFill>
                <a:latin typeface="Arial"/>
                <a:cs typeface="Arial"/>
              </a:rPr>
              <a:t>l</a:t>
            </a:r>
            <a:r>
              <a:rPr dirty="0" sz="700" spc="114">
                <a:solidFill>
                  <a:srgbClr val="90DDFA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\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ll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14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542956"/>
                </a:solidFill>
                <a:latin typeface="Arial"/>
                <a:cs typeface="Arial"/>
              </a:rPr>
              <a:t>m</a:t>
            </a:r>
            <a:r>
              <a:rPr dirty="0" sz="700" spc="-45">
                <a:solidFill>
                  <a:srgbClr val="39536E"/>
                </a:solidFill>
                <a:latin typeface="Arial"/>
                <a:cs typeface="Arial"/>
              </a:rPr>
              <a:t>dl</a:t>
            </a:r>
            <a:r>
              <a:rPr dirty="0" sz="700" spc="-4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45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45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650" spc="-25">
                <a:solidFill>
                  <a:srgbClr val="47416F"/>
                </a:solidFill>
                <a:latin typeface="Arial"/>
                <a:cs typeface="Arial"/>
              </a:rPr>
              <a:t>mt</a:t>
            </a:r>
            <a:endParaRPr sz="650">
              <a:latin typeface="Arial"/>
              <a:cs typeface="Arial"/>
            </a:endParaRPr>
          </a:p>
        </p:txBody>
      </p:sp>
      <p:sp>
        <p:nvSpPr>
          <p:cNvPr id="545" name="object 545"/>
          <p:cNvSpPr txBox="1"/>
          <p:nvPr/>
        </p:nvSpPr>
        <p:spPr>
          <a:xfrm>
            <a:off x="19881863" y="7438638"/>
            <a:ext cx="3429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55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</p:txBody>
      </p:sp>
      <p:sp>
        <p:nvSpPr>
          <p:cNvPr id="546" name="object 546"/>
          <p:cNvSpPr txBox="1"/>
          <p:nvPr/>
        </p:nvSpPr>
        <p:spPr>
          <a:xfrm>
            <a:off x="16679295" y="7426065"/>
            <a:ext cx="36957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" algn="l"/>
              </a:tabLst>
            </a:pPr>
            <a:r>
              <a:rPr dirty="0" sz="800" spc="-50">
                <a:latin typeface="Arial"/>
                <a:cs typeface="Arial"/>
              </a:rPr>
              <a:t>-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1050" spc="-50">
                <a:solidFill>
                  <a:srgbClr val="231C2C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47" name="object 547"/>
          <p:cNvSpPr txBox="1"/>
          <p:nvPr/>
        </p:nvSpPr>
        <p:spPr>
          <a:xfrm>
            <a:off x="19870537" y="7555729"/>
            <a:ext cx="52069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9496806" y="7584333"/>
            <a:ext cx="6273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[19f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lli:Fa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zlll.ra</a:t>
            </a:r>
            <a:endParaRPr sz="700">
              <a:latin typeface="Arial"/>
              <a:cs typeface="Arial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11733968" y="7606965"/>
            <a:ext cx="74676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3C383D"/>
                </a:solidFill>
                <a:latin typeface="Arial"/>
                <a:cs typeface="Arial"/>
              </a:rPr>
              <a:t>DB!</a:t>
            </a:r>
            <a:r>
              <a:rPr dirty="0" sz="700" spc="-2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lleC®.fizadiJr.i</a:t>
            </a:r>
            <a:endParaRPr sz="700">
              <a:latin typeface="Arial"/>
              <a:cs typeface="Arial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6467777" y="7535298"/>
            <a:ext cx="1062355" cy="2317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75"/>
              </a:lnSpc>
              <a:spcBef>
                <a:spcPts val="11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F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K</a:t>
            </a:r>
            <a:r>
              <a:rPr dirty="0" sz="700" spc="-70">
                <a:solidFill>
                  <a:srgbClr val="542956"/>
                </a:solidFill>
                <a:latin typeface="Arial"/>
                <a:cs typeface="Arial"/>
              </a:rPr>
              <a:t> </a:t>
            </a:r>
            <a:r>
              <a:rPr dirty="0" sz="700" spc="-60">
                <a:solidFill>
                  <a:srgbClr val="755740"/>
                </a:solidFill>
                <a:latin typeface="Arial"/>
                <a:cs typeface="Arial"/>
              </a:rPr>
              <a:t>i:1</a:t>
            </a:r>
            <a:r>
              <a:rPr dirty="0" sz="700" spc="-60">
                <a:solidFill>
                  <a:srgbClr val="90DDFA"/>
                </a:solidFill>
                <a:latin typeface="Arial"/>
                <a:cs typeface="Arial"/>
              </a:rPr>
              <a:t>I</a:t>
            </a:r>
            <a:r>
              <a:rPr dirty="0" sz="700" spc="20">
                <a:solidFill>
                  <a:srgbClr val="90DDF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887F67"/>
                </a:solidFill>
                <a:latin typeface="Arial"/>
                <a:cs typeface="Arial"/>
              </a:rPr>
              <a:t>ai</a:t>
            </a:r>
            <a:r>
              <a:rPr dirty="0" sz="700" b="1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b="1">
                <a:solidFill>
                  <a:srgbClr val="39536E"/>
                </a:solidFill>
                <a:latin typeface="Arial"/>
                <a:cs typeface="Arial"/>
              </a:rPr>
              <a:t>u</a:t>
            </a:r>
            <a:r>
              <a:rPr dirty="0" sz="700" b="1">
                <a:solidFill>
                  <a:srgbClr val="5D5C5D"/>
                </a:solidFill>
                <a:latin typeface="Arial"/>
                <a:cs typeface="Arial"/>
              </a:rPr>
              <a:t>=</a:t>
            </a:r>
            <a:r>
              <a:rPr dirty="0" sz="700" spc="254" b="1">
                <a:solidFill>
                  <a:srgbClr val="5D5C5D"/>
                </a:solidFill>
                <a:latin typeface="Arial"/>
                <a:cs typeface="Arial"/>
              </a:rPr>
              <a:t>  </a:t>
            </a:r>
            <a:r>
              <a:rPr dirty="0" sz="700" spc="-25" b="1">
                <a:solidFill>
                  <a:srgbClr val="887F67"/>
                </a:solidFill>
                <a:latin typeface="Arial"/>
                <a:cs typeface="Arial"/>
              </a:rPr>
              <a:t>ai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ts val="835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-4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C383D"/>
                </a:solidFill>
                <a:latin typeface="Arial"/>
                <a:cs typeface="Arial"/>
              </a:rPr>
              <a:t>ca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nti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18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40">
                <a:solidFill>
                  <a:srgbClr val="4E4952"/>
                </a:solidFill>
                <a:latin typeface="Arial"/>
                <a:cs typeface="Arial"/>
              </a:rPr>
              <a:t>ooliiSumr"da!</a:t>
            </a:r>
            <a:r>
              <a:rPr dirty="0" sz="700" spc="-40">
                <a:solidFill>
                  <a:srgbClr val="AAA674"/>
                </a:solidFill>
                <a:latin typeface="Arial"/>
                <a:cs typeface="Arial"/>
              </a:rPr>
              <a:t>·</a:t>
            </a:r>
            <a:r>
              <a:rPr dirty="0" sz="700" spc="-40">
                <a:solidFill>
                  <a:srgbClr val="4E4952"/>
                </a:solidFill>
                <a:latin typeface="Arial"/>
                <a:cs typeface="Arial"/>
              </a:rPr>
              <a:t>:</a:t>
            </a:r>
            <a:r>
              <a:rPr dirty="0" sz="700" spc="-40">
                <a:solidFill>
                  <a:srgbClr val="4B6A83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18615452" y="7681463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9503480" y="7681463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53" name="object 553"/>
          <p:cNvSpPr txBox="1"/>
          <p:nvPr/>
        </p:nvSpPr>
        <p:spPr>
          <a:xfrm>
            <a:off x="19768811" y="7599108"/>
            <a:ext cx="16891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9629" sz="1125" spc="-82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29629" sz="1125" spc="44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54" name="object 554"/>
          <p:cNvSpPr txBox="1"/>
          <p:nvPr/>
        </p:nvSpPr>
        <p:spPr>
          <a:xfrm>
            <a:off x="10272376" y="7642957"/>
            <a:ext cx="5080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0">
                <a:solidFill>
                  <a:srgbClr val="C8C8C8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5" name="object 555"/>
          <p:cNvSpPr txBox="1"/>
          <p:nvPr/>
        </p:nvSpPr>
        <p:spPr>
          <a:xfrm>
            <a:off x="12621596" y="7652387"/>
            <a:ext cx="5080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0">
                <a:solidFill>
                  <a:srgbClr val="C8C8C8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6" name="object 556"/>
          <p:cNvSpPr txBox="1"/>
          <p:nvPr/>
        </p:nvSpPr>
        <p:spPr>
          <a:xfrm>
            <a:off x="13290638" y="7785037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57" name="object 557"/>
          <p:cNvSpPr txBox="1"/>
          <p:nvPr/>
        </p:nvSpPr>
        <p:spPr>
          <a:xfrm>
            <a:off x="11251305" y="7797296"/>
            <a:ext cx="114046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968" sz="1050">
                <a:solidFill>
                  <a:srgbClr val="4E4952"/>
                </a:solidFill>
                <a:latin typeface="Arial"/>
                <a:cs typeface="Arial"/>
              </a:rPr>
              <a:t>P</a:t>
            </a:r>
            <a:r>
              <a:rPr dirty="0" baseline="3968" sz="1050">
                <a:solidFill>
                  <a:srgbClr val="4B6A83"/>
                </a:solidFill>
                <a:latin typeface="Arial"/>
                <a:cs typeface="Arial"/>
              </a:rPr>
              <a:t>I&lt;</a:t>
            </a:r>
            <a:r>
              <a:rPr dirty="0" baseline="3968" sz="105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baseline="3968" sz="105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baseline="3968" sz="1050" spc="352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baseline="3968" sz="1050" spc="-37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baseline="3968" sz="1050" spc="-37">
                <a:solidFill>
                  <a:srgbClr val="231C2C"/>
                </a:solidFill>
                <a:latin typeface="Arial"/>
                <a:cs typeface="Arial"/>
              </a:rPr>
              <a:t>;;;</a:t>
            </a:r>
            <a:r>
              <a:rPr dirty="0" baseline="3968" sz="1050" spc="-37">
                <a:solidFill>
                  <a:srgbClr val="472132"/>
                </a:solidFill>
                <a:latin typeface="Arial"/>
                <a:cs typeface="Arial"/>
              </a:rPr>
              <a:t>t.i</a:t>
            </a:r>
            <a:r>
              <a:rPr dirty="0" baseline="3968" sz="1050" spc="-37">
                <a:solidFill>
                  <a:srgbClr val="4194CF"/>
                </a:solidFill>
                <a:latin typeface="Arial"/>
                <a:cs typeface="Arial"/>
              </a:rPr>
              <a:t>l</a:t>
            </a:r>
            <a:r>
              <a:rPr dirty="0" baseline="3968" sz="1050" spc="-37">
                <a:solidFill>
                  <a:srgbClr val="312D4F"/>
                </a:solidFill>
                <a:latin typeface="Arial"/>
                <a:cs typeface="Arial"/>
              </a:rPr>
              <a:t>l:o</a:t>
            </a:r>
            <a:r>
              <a:rPr dirty="0" baseline="3968" sz="1050" spc="-13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baseline="3968" sz="1050" spc="-67">
                <a:solidFill>
                  <a:srgbClr val="3C383D"/>
                </a:solidFill>
                <a:latin typeface="Arial"/>
                <a:cs typeface="Arial"/>
              </a:rPr>
              <a:t>cat</a:t>
            </a:r>
            <a:r>
              <a:rPr dirty="0" baseline="3968" sz="1050" spc="-67">
                <a:solidFill>
                  <a:srgbClr val="39536E"/>
                </a:solidFill>
                <a:latin typeface="Arial"/>
                <a:cs typeface="Arial"/>
              </a:rPr>
              <a:t>iz</a:t>
            </a:r>
            <a:r>
              <a:rPr dirty="0" baseline="3968" sz="1050" spc="-67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baseline="3968" sz="1050" spc="-67">
                <a:solidFill>
                  <a:srgbClr val="312D4F"/>
                </a:solidFill>
                <a:latin typeface="Arial"/>
                <a:cs typeface="Arial"/>
              </a:rPr>
              <a:t>ca</a:t>
            </a:r>
            <a:r>
              <a:rPr dirty="0" baseline="3968" sz="1050" spc="-67">
                <a:solidFill>
                  <a:srgbClr val="5D5C5D"/>
                </a:solidFill>
                <a:latin typeface="Arial"/>
                <a:cs typeface="Arial"/>
              </a:rPr>
              <a:t>io:</a:t>
            </a:r>
            <a:r>
              <a:rPr dirty="0" baseline="3968" sz="1050" spc="-3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baseline="3968" sz="1050">
                <a:solidFill>
                  <a:srgbClr val="7F9E96"/>
                </a:solidFill>
                <a:latin typeface="Arial"/>
                <a:cs typeface="Arial"/>
              </a:rPr>
              <a:t>:</a:t>
            </a:r>
            <a:r>
              <a:rPr dirty="0" baseline="3968" sz="1050" spc="127">
                <a:solidFill>
                  <a:srgbClr val="7F9E96"/>
                </a:solidFill>
                <a:latin typeface="Arial"/>
                <a:cs typeface="Arial"/>
              </a:rPr>
              <a:t> </a:t>
            </a:r>
            <a:r>
              <a:rPr dirty="0" baseline="3968" sz="1050">
                <a:solidFill>
                  <a:srgbClr val="6799A7"/>
                </a:solidFill>
                <a:latin typeface="Arial"/>
                <a:cs typeface="Arial"/>
              </a:rPr>
              <a:t>i</a:t>
            </a:r>
            <a:r>
              <a:rPr dirty="0" baseline="3968" sz="1050" spc="555">
                <a:solidFill>
                  <a:srgbClr val="6799A7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4B6A83"/>
                </a:solidFill>
                <a:latin typeface="Times New Roman"/>
                <a:cs typeface="Times New Roman"/>
              </a:rPr>
              <a:t>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8" name="object 558"/>
          <p:cNvSpPr txBox="1"/>
          <p:nvPr/>
        </p:nvSpPr>
        <p:spPr>
          <a:xfrm>
            <a:off x="11462374" y="7830773"/>
            <a:ext cx="3740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28930" algn="l"/>
              </a:tabLst>
            </a:pPr>
            <a:r>
              <a:rPr dirty="0" sz="800" spc="-50">
                <a:solidFill>
                  <a:srgbClr val="231C2C"/>
                </a:solidFill>
                <a:latin typeface="Arial"/>
                <a:cs typeface="Arial"/>
              </a:rPr>
              <a:t>-</a:t>
            </a:r>
            <a:r>
              <a:rPr dirty="0" sz="800">
                <a:solidFill>
                  <a:srgbClr val="231C2C"/>
                </a:solidFill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559" name="object 559"/>
          <p:cNvSpPr txBox="1"/>
          <p:nvPr/>
        </p:nvSpPr>
        <p:spPr>
          <a:xfrm>
            <a:off x="14899358" y="7686021"/>
            <a:ext cx="74930" cy="32004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750" spc="-105">
                <a:solidFill>
                  <a:srgbClr val="4E4952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254"/>
              </a:spcBef>
            </a:pPr>
            <a:r>
              <a:rPr dirty="0" sz="750" spc="-50" b="1">
                <a:solidFill>
                  <a:srgbClr val="9A9A9A"/>
                </a:solidFill>
                <a:latin typeface="Arial"/>
                <a:cs typeface="Arial"/>
              </a:rPr>
              <a:t>t</a:t>
            </a:r>
            <a:endParaRPr sz="750">
              <a:latin typeface="Arial"/>
              <a:cs typeface="Arial"/>
            </a:endParaRPr>
          </a:p>
        </p:txBody>
      </p:sp>
      <p:sp>
        <p:nvSpPr>
          <p:cNvPr id="560" name="object 560"/>
          <p:cNvSpPr txBox="1"/>
          <p:nvPr/>
        </p:nvSpPr>
        <p:spPr>
          <a:xfrm>
            <a:off x="11257453" y="7912500"/>
            <a:ext cx="82296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fK</a:t>
            </a:r>
            <a:r>
              <a:rPr dirty="0" sz="700" spc="17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17474"/>
                </a:solidFill>
                <a:latin typeface="Arial"/>
                <a:cs typeface="Arial"/>
              </a:rPr>
              <a:t>id</a:t>
            </a:r>
            <a:r>
              <a:rPr dirty="0" sz="700" spc="225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oo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t'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i2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io.ll'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7F9E96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4B6A83"/>
                </a:solidFill>
                <a:latin typeface="Arial"/>
                <a:cs typeface="Arial"/>
              </a:rPr>
              <a:t>fit</a:t>
            </a:r>
            <a:endParaRPr sz="700">
              <a:latin typeface="Arial"/>
              <a:cs typeface="Arial"/>
            </a:endParaRPr>
          </a:p>
        </p:txBody>
      </p:sp>
      <p:sp>
        <p:nvSpPr>
          <p:cNvPr id="561" name="object 561"/>
          <p:cNvSpPr txBox="1"/>
          <p:nvPr/>
        </p:nvSpPr>
        <p:spPr>
          <a:xfrm>
            <a:off x="19867860" y="7823544"/>
            <a:ext cx="58419" cy="262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50">
                <a:solidFill>
                  <a:srgbClr val="C8C8C8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sp>
        <p:nvSpPr>
          <p:cNvPr id="562" name="object 562"/>
          <p:cNvSpPr txBox="1"/>
          <p:nvPr/>
        </p:nvSpPr>
        <p:spPr>
          <a:xfrm>
            <a:off x="13290638" y="7969867"/>
            <a:ext cx="4889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6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563" name="object 563"/>
          <p:cNvSpPr txBox="1"/>
          <p:nvPr/>
        </p:nvSpPr>
        <p:spPr>
          <a:xfrm>
            <a:off x="14556607" y="8008687"/>
            <a:ext cx="4730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614E79"/>
                </a:solidFill>
                <a:latin typeface="Arial"/>
                <a:cs typeface="Arial"/>
              </a:rPr>
              <a:t>M'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aquirJaria</a:t>
            </a:r>
            <a:endParaRPr sz="700">
              <a:latin typeface="Arial"/>
              <a:cs typeface="Arial"/>
            </a:endParaRPr>
          </a:p>
        </p:txBody>
      </p:sp>
      <p:sp>
        <p:nvSpPr>
          <p:cNvPr id="564" name="object 564"/>
          <p:cNvSpPr txBox="1"/>
          <p:nvPr/>
        </p:nvSpPr>
        <p:spPr>
          <a:xfrm>
            <a:off x="12992508" y="8059609"/>
            <a:ext cx="5206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3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65" name="object 565"/>
          <p:cNvSpPr txBox="1"/>
          <p:nvPr/>
        </p:nvSpPr>
        <p:spPr>
          <a:xfrm>
            <a:off x="17227838" y="7803938"/>
            <a:ext cx="100965" cy="37084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750" spc="-50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484"/>
              </a:spcBef>
            </a:pPr>
            <a:r>
              <a:rPr dirty="0" sz="700" spc="-90">
                <a:solidFill>
                  <a:srgbClr val="D4C189"/>
                </a:solidFill>
                <a:latin typeface="Arial"/>
                <a:cs typeface="Arial"/>
              </a:rPr>
              <a:t>1</a:t>
            </a:r>
            <a:r>
              <a:rPr dirty="0" sz="700" spc="-90">
                <a:solidFill>
                  <a:srgbClr val="345F90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66" name="object 566"/>
          <p:cNvSpPr txBox="1"/>
          <p:nvPr/>
        </p:nvSpPr>
        <p:spPr>
          <a:xfrm>
            <a:off x="19769661" y="8059609"/>
            <a:ext cx="17018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700" spc="4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baseline="6944" sz="600" spc="-75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baseline="6944" sz="600">
              <a:latin typeface="Arial"/>
              <a:cs typeface="Arial"/>
            </a:endParaRPr>
          </a:p>
        </p:txBody>
      </p:sp>
      <p:sp>
        <p:nvSpPr>
          <p:cNvPr id="567" name="object 567"/>
          <p:cNvSpPr/>
          <p:nvPr/>
        </p:nvSpPr>
        <p:spPr>
          <a:xfrm>
            <a:off x="17166621" y="8153264"/>
            <a:ext cx="1905" cy="32384"/>
          </a:xfrm>
          <a:custGeom>
            <a:avLst/>
            <a:gdLst/>
            <a:ahLst/>
            <a:cxnLst/>
            <a:rect l="l" t="t" r="r" b="b"/>
            <a:pathLst>
              <a:path w="1905" h="32384">
                <a:moveTo>
                  <a:pt x="1885" y="32162"/>
                </a:moveTo>
                <a:lnTo>
                  <a:pt x="0" y="32162"/>
                </a:lnTo>
                <a:lnTo>
                  <a:pt x="0" y="0"/>
                </a:lnTo>
                <a:lnTo>
                  <a:pt x="1885" y="0"/>
                </a:lnTo>
                <a:lnTo>
                  <a:pt x="1885" y="32162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object 568"/>
          <p:cNvSpPr txBox="1"/>
          <p:nvPr/>
        </p:nvSpPr>
        <p:spPr>
          <a:xfrm>
            <a:off x="17153915" y="8141494"/>
            <a:ext cx="28575" cy="53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5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150">
              <a:latin typeface="Arial"/>
              <a:cs typeface="Arial"/>
            </a:endParaRPr>
          </a:p>
        </p:txBody>
      </p:sp>
      <p:sp>
        <p:nvSpPr>
          <p:cNvPr id="569" name="object 569"/>
          <p:cNvSpPr txBox="1"/>
          <p:nvPr/>
        </p:nvSpPr>
        <p:spPr>
          <a:xfrm>
            <a:off x="15446843" y="8114461"/>
            <a:ext cx="501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50">
                <a:solidFill>
                  <a:srgbClr val="C8C8C8"/>
                </a:solidFill>
                <a:latin typeface="Arial"/>
                <a:cs typeface="Arial"/>
              </a:rPr>
              <a:t>-</a:t>
            </a:r>
            <a:endParaRPr sz="650">
              <a:latin typeface="Arial"/>
              <a:cs typeface="Arial"/>
            </a:endParaRPr>
          </a:p>
        </p:txBody>
      </p:sp>
      <p:sp>
        <p:nvSpPr>
          <p:cNvPr id="570" name="object 570"/>
          <p:cNvSpPr txBox="1"/>
          <p:nvPr/>
        </p:nvSpPr>
        <p:spPr>
          <a:xfrm>
            <a:off x="19799301" y="8174185"/>
            <a:ext cx="132715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sz="400" spc="24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71" name="object 571"/>
          <p:cNvSpPr txBox="1"/>
          <p:nvPr/>
        </p:nvSpPr>
        <p:spPr>
          <a:xfrm>
            <a:off x="8954262" y="7782365"/>
            <a:ext cx="1286510" cy="6673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4130" marR="271780">
              <a:lnSpc>
                <a:spcPct val="104299"/>
              </a:lnSpc>
              <a:spcBef>
                <a:spcPts val="75"/>
              </a:spcBef>
            </a:pPr>
            <a:r>
              <a:rPr dirty="0" sz="700">
                <a:solidFill>
                  <a:srgbClr val="472132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6A424E"/>
                </a:solidFill>
                <a:latin typeface="Arial"/>
                <a:cs typeface="Arial"/>
              </a:rPr>
              <a:t>K</a:t>
            </a:r>
            <a:r>
              <a:rPr dirty="0" sz="700" spc="-5">
                <a:solidFill>
                  <a:srgbClr val="6A424E"/>
                </a:solidFill>
                <a:latin typeface="Arial"/>
                <a:cs typeface="Arial"/>
              </a:rPr>
              <a:t> </a:t>
            </a:r>
            <a:r>
              <a:rPr dirty="0" sz="700" spc="-65">
                <a:solidFill>
                  <a:srgbClr val="717474"/>
                </a:solidFill>
                <a:latin typeface="Arial"/>
                <a:cs typeface="Arial"/>
              </a:rPr>
              <a:t>t:!</a:t>
            </a:r>
            <a:r>
              <a:rPr dirty="0" sz="700" spc="-65">
                <a:latin typeface="Arial"/>
                <a:cs typeface="Arial"/>
              </a:rPr>
              <a:t>_</a:t>
            </a:r>
            <a:r>
              <a:rPr dirty="0" sz="700" spc="-65">
                <a:solidFill>
                  <a:srgbClr val="4E4952"/>
                </a:solidFill>
                <a:latin typeface="Arial"/>
                <a:cs typeface="Arial"/>
              </a:rPr>
              <a:t>de1</a:t>
            </a:r>
            <a:r>
              <a:rPr dirty="0" sz="700" spc="-6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65">
                <a:solidFill>
                  <a:srgbClr val="8C2655"/>
                </a:solidFill>
                <a:latin typeface="Arial"/>
                <a:cs typeface="Arial"/>
              </a:rPr>
              <a:t>ll</a:t>
            </a:r>
            <a:r>
              <a:rPr dirty="0" sz="700" spc="-65">
                <a:solidFill>
                  <a:srgbClr val="231C2C"/>
                </a:solidFill>
                <a:latin typeface="Arial"/>
                <a:cs typeface="Arial"/>
              </a:rPr>
              <a:t>e_:</a:t>
            </a:r>
            <a:r>
              <a:rPr dirty="0" sz="700" spc="-65">
                <a:solidFill>
                  <a:srgbClr val="755740"/>
                </a:solidFill>
                <a:latin typeface="Arial"/>
                <a:cs typeface="Arial"/>
              </a:rPr>
              <a:t>f:</a:t>
            </a:r>
            <a:r>
              <a:rPr dirty="0" sz="700" spc="-65">
                <a:solidFill>
                  <a:srgbClr val="3C383D"/>
                </a:solidFill>
                <a:latin typeface="Arial"/>
                <a:cs typeface="Arial"/>
              </a:rPr>
              <a:t>.;.'Cl</a:t>
            </a:r>
            <a:r>
              <a:rPr dirty="0" sz="700" spc="-65">
                <a:solidFill>
                  <a:srgbClr val="4B6A83"/>
                </a:solidFill>
                <a:latin typeface="Arial"/>
                <a:cs typeface="Arial"/>
              </a:rPr>
              <a:t>irr</a:t>
            </a:r>
            <a:r>
              <a:rPr dirty="0" sz="700" spc="-65">
                <a:solidFill>
                  <a:srgbClr val="3C383D"/>
                </a:solidFill>
                <a:latin typeface="Arial"/>
                <a:cs typeface="Arial"/>
              </a:rPr>
              <a:t>ar</a:t>
            </a:r>
            <a:r>
              <a:rPr dirty="0" sz="700" spc="-65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700" spc="-65">
                <a:solidFill>
                  <a:srgbClr val="7F9E96"/>
                </a:solidFill>
                <a:latin typeface="Arial"/>
                <a:cs typeface="Arial"/>
              </a:rPr>
              <a:t>i</a:t>
            </a:r>
            <a:r>
              <a:rPr dirty="0" sz="700" spc="-65">
                <a:solidFill>
                  <a:srgbClr val="4B6A83"/>
                </a:solidFill>
                <a:latin typeface="Arial"/>
                <a:cs typeface="Arial"/>
              </a:rPr>
              <a:t>11.t</a:t>
            </a:r>
            <a:r>
              <a:rPr dirty="0" sz="700" spc="500">
                <a:solidFill>
                  <a:srgbClr val="4B6A83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4E4952"/>
                </a:solidFill>
                <a:latin typeface="Arial"/>
                <a:cs typeface="Arial"/>
              </a:rPr>
              <a:t>RK</a:t>
            </a:r>
            <a:r>
              <a:rPr dirty="0" sz="700" spc="-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9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faci:</a:t>
            </a:r>
            <a:r>
              <a:rPr dirty="0" sz="700" spc="9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ar:</a:t>
            </a:r>
            <a:r>
              <a:rPr dirty="0" sz="700" spc="-10">
                <a:solidFill>
                  <a:srgbClr val="7F9E96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788D"/>
                </a:solidFill>
                <a:latin typeface="Arial"/>
                <a:cs typeface="Arial"/>
              </a:rPr>
              <a:t>fll</a:t>
            </a:r>
            <a:r>
              <a:rPr dirty="0" sz="700" spc="-10">
                <a:solidFill>
                  <a:srgbClr val="345F90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  <a:p>
            <a:pPr marL="26034">
              <a:lnSpc>
                <a:spcPts val="815"/>
              </a:lnSpc>
            </a:pPr>
            <a:r>
              <a:rPr dirty="0" sz="750" spc="-10">
                <a:solidFill>
                  <a:srgbClr val="4E4952"/>
                </a:solidFill>
                <a:latin typeface="Arial"/>
                <a:cs typeface="Arial"/>
              </a:rPr>
              <a:t>+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idl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�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p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cioo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11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.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iw.</a:t>
            </a:r>
            <a:r>
              <a:rPr dirty="0" sz="700" spc="-6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dl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r{lO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30"/>
              </a:lnSpc>
            </a:pPr>
            <a:r>
              <a:rPr dirty="0" sz="700" spc="-20">
                <a:solidFill>
                  <a:srgbClr val="FBD07B"/>
                </a:solidFill>
                <a:latin typeface="Arial"/>
                <a:cs typeface="Arial"/>
              </a:rPr>
              <a:t>,</a:t>
            </a:r>
            <a:r>
              <a:rPr dirty="0" sz="750" spc="-2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00" spc="-20">
                <a:solidFill>
                  <a:srgbClr val="4E4952"/>
                </a:solidFill>
                <a:latin typeface="Arial"/>
                <a:cs typeface="Arial"/>
              </a:rPr>
              <a:t>raru</a:t>
            </a:r>
            <a:r>
              <a:rPr dirty="0" sz="700" spc="-2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39536E"/>
                </a:solidFill>
                <a:latin typeface="Arial"/>
                <a:cs typeface="Arial"/>
              </a:rPr>
              <a:t>rn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39536E"/>
                </a:solidFill>
                <a:latin typeface="Arial"/>
                <a:cs typeface="Arial"/>
              </a:rPr>
              <a:t>lil</a:t>
            </a:r>
            <a:r>
              <a:rPr dirty="0" sz="700" spc="-2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4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A3075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26034">
              <a:lnSpc>
                <a:spcPts val="815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9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35">
                <a:solidFill>
                  <a:srgbClr val="542956"/>
                </a:solidFill>
                <a:latin typeface="Arial"/>
                <a:cs typeface="Arial"/>
              </a:rPr>
              <a:t>pr</a:t>
            </a:r>
            <a:r>
              <a:rPr dirty="0" sz="700" spc="-3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35">
                <a:solidFill>
                  <a:srgbClr val="5D5C5D"/>
                </a:solidFill>
                <a:latin typeface="Arial"/>
                <a:cs typeface="Arial"/>
              </a:rPr>
              <a:t>ct&gt;:</a:t>
            </a:r>
            <a:r>
              <a:rPr dirty="0" sz="700" spc="-35">
                <a:solidFill>
                  <a:srgbClr val="3C383D"/>
                </a:solidFill>
                <a:latin typeface="Arial"/>
                <a:cs typeface="Arial"/>
              </a:rPr>
              <a:t>L</a:t>
            </a:r>
            <a:r>
              <a:rPr dirty="0" sz="700" spc="-35">
                <a:solidFill>
                  <a:srgbClr val="8A664F"/>
                </a:solidFill>
                <a:latin typeface="Arial"/>
                <a:cs typeface="Arial"/>
              </a:rPr>
              <a:t>U</a:t>
            </a:r>
            <a:r>
              <a:rPr dirty="0" sz="700" spc="-35">
                <a:solidFill>
                  <a:srgbClr val="887F67"/>
                </a:solidFill>
                <a:latin typeface="Arial"/>
                <a:cs typeface="Arial"/>
              </a:rPr>
              <a:t>l'l</a:t>
            </a:r>
            <a:r>
              <a:rPr dirty="0" sz="700" spc="150">
                <a:solidFill>
                  <a:srgbClr val="887F67"/>
                </a:solidFill>
                <a:latin typeface="Arial"/>
                <a:cs typeface="Arial"/>
              </a:rPr>
              <a:t> </a:t>
            </a:r>
            <a:r>
              <a:rPr dirty="0" baseline="3968" sz="105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baseline="3968" sz="105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baseline="3968" sz="105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baseline="3968" sz="1050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baseline="3968" sz="105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baseline="3968" sz="1050" spc="-16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baseline="3968" sz="1050" spc="-15">
                <a:solidFill>
                  <a:srgbClr val="39536E"/>
                </a:solidFill>
                <a:latin typeface="Arial"/>
                <a:cs typeface="Arial"/>
              </a:rPr>
              <a:t>idl</a:t>
            </a:r>
            <a:r>
              <a:rPr dirty="0" baseline="3968" sz="1050" spc="-1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baseline="3968" sz="1050" spc="-15">
                <a:solidFill>
                  <a:srgbClr val="5D5C5D"/>
                </a:solidFill>
                <a:latin typeface="Arial"/>
                <a:cs typeface="Arial"/>
              </a:rPr>
              <a:t>l:fil</a:t>
            </a:r>
            <a:r>
              <a:rPr dirty="0" baseline="3968" sz="1050" spc="-1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baseline="3968" sz="1050" spc="-15">
                <a:solidFill>
                  <a:srgbClr val="55268C"/>
                </a:solidFill>
                <a:latin typeface="Arial"/>
                <a:cs typeface="Arial"/>
              </a:rPr>
              <a:t>l</a:t>
            </a:r>
            <a:endParaRPr baseline="3968" sz="1050">
              <a:latin typeface="Arial"/>
              <a:cs typeface="Arial"/>
            </a:endParaRPr>
          </a:p>
          <a:p>
            <a:pPr marL="26034">
              <a:lnSpc>
                <a:spcPts val="860"/>
              </a:lnSpc>
            </a:pPr>
            <a:r>
              <a:rPr dirty="0" sz="750">
                <a:solidFill>
                  <a:srgbClr val="39536E"/>
                </a:solidFill>
                <a:latin typeface="Arial"/>
                <a:cs typeface="Arial"/>
              </a:rPr>
              <a:t>+</a:t>
            </a:r>
            <a:r>
              <a:rPr dirty="0" sz="750" spc="-8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lil'IOll</a:t>
            </a:r>
            <a:r>
              <a:rPr dirty="0" sz="700" spc="-25">
                <a:solidFill>
                  <a:srgbClr val="755740"/>
                </a:solidFill>
                <a:latin typeface="Arial"/>
                <a:cs typeface="Arial"/>
              </a:rPr>
              <a:t>t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18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tol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l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10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idl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l:fil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572" name="object 572"/>
          <p:cNvSpPr txBox="1"/>
          <p:nvPr/>
        </p:nvSpPr>
        <p:spPr>
          <a:xfrm>
            <a:off x="11227365" y="8000829"/>
            <a:ext cx="1325880" cy="4718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880"/>
              </a:lnSpc>
              <a:spcBef>
                <a:spcPts val="120"/>
              </a:spcBef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1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9A9A9A"/>
                </a:solidFill>
                <a:latin typeface="Arial"/>
                <a:cs typeface="Arial"/>
              </a:rPr>
              <a:t>'.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es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�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ra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item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25">
                <a:solidFill>
                  <a:srgbClr val="FBD07B"/>
                </a:solidFill>
                <a:latin typeface="Arial"/>
                <a:cs typeface="Arial"/>
              </a:rPr>
              <a:t>·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�are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ra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614E79"/>
                </a:solidFill>
                <a:latin typeface="Arial"/>
                <a:cs typeface="Arial"/>
              </a:rPr>
              <a:t>r1;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50</a:t>
            </a:r>
            <a:r>
              <a:rPr dirty="0" sz="700" spc="-25">
                <a:solidFill>
                  <a:srgbClr val="717474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55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50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60">
                <a:solidFill>
                  <a:srgbClr val="3C383D"/>
                </a:solidFill>
                <a:latin typeface="Arial"/>
                <a:cs typeface="Arial"/>
              </a:rPr>
              <a:t>c:a</a:t>
            </a:r>
            <a:r>
              <a:rPr dirty="0" sz="700" spc="-6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60">
                <a:solidFill>
                  <a:srgbClr val="6A424E"/>
                </a:solidFill>
                <a:latin typeface="Arial"/>
                <a:cs typeface="Arial"/>
              </a:rPr>
              <a:t>tid</a:t>
            </a:r>
            <a:r>
              <a:rPr dirty="0" sz="700" spc="-60">
                <a:solidFill>
                  <a:srgbClr val="632B27"/>
                </a:solidFill>
                <a:latin typeface="Arial"/>
                <a:cs typeface="Arial"/>
              </a:rPr>
              <a:t>ad</a:t>
            </a:r>
            <a:r>
              <a:rPr dirty="0" sz="700" spc="-60">
                <a:solidFill>
                  <a:srgbClr val="F6BC5D"/>
                </a:solidFill>
                <a:latin typeface="Arial"/>
                <a:cs typeface="Arial"/>
              </a:rPr>
              <a:t>:</a:t>
            </a:r>
            <a:r>
              <a:rPr dirty="0" sz="700" spc="-60">
                <a:solidFill>
                  <a:srgbClr val="8B9F6C"/>
                </a:solidFill>
                <a:latin typeface="Arial"/>
                <a:cs typeface="Arial"/>
              </a:rPr>
              <a:t>•</a:t>
            </a:r>
            <a:r>
              <a:rPr dirty="0" sz="700" spc="-60">
                <a:solidFill>
                  <a:srgbClr val="288FD2"/>
                </a:solidFill>
                <a:latin typeface="Arial"/>
                <a:cs typeface="Arial"/>
              </a:rPr>
              <a:t>:</a:t>
            </a:r>
            <a:r>
              <a:rPr dirty="0" sz="700" spc="345">
                <a:solidFill>
                  <a:srgbClr val="288FD2"/>
                </a:solidFill>
                <a:latin typeface="Arial"/>
                <a:cs typeface="Arial"/>
              </a:rPr>
              <a:t> </a:t>
            </a:r>
            <a:r>
              <a:rPr dirty="0" baseline="8547" sz="975" spc="-75">
                <a:solidFill>
                  <a:srgbClr val="717474"/>
                </a:solidFill>
                <a:latin typeface="Times New Roman"/>
                <a:cs typeface="Times New Roman"/>
              </a:rPr>
              <a:t>¡</a:t>
            </a:r>
            <a:endParaRPr baseline="8547" sz="975">
              <a:latin typeface="Times New Roman"/>
              <a:cs typeface="Times New Roman"/>
            </a:endParaRPr>
          </a:p>
          <a:p>
            <a:pPr marL="38100">
              <a:lnSpc>
                <a:spcPts val="860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3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pre::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10">
                <a:solidFill>
                  <a:srgbClr val="614E79"/>
                </a:solidFill>
                <a:latin typeface="Arial"/>
                <a:cs typeface="Arial"/>
              </a:rPr>
              <a:t>l!l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tario::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90DDFA"/>
                </a:solidFill>
                <a:latin typeface="Arial"/>
                <a:cs typeface="Arial"/>
              </a:rPr>
              <a:t>'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e::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lllli3.I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90"/>
              </a:lnSpc>
            </a:pPr>
            <a:r>
              <a:rPr dirty="0" sz="750">
                <a:solidFill>
                  <a:srgbClr val="472132"/>
                </a:solidFill>
                <a:latin typeface="Arial"/>
                <a:cs typeface="Arial"/>
              </a:rPr>
              <a:t>+</a:t>
            </a:r>
            <a:r>
              <a:rPr dirty="0" sz="750" spc="-55">
                <a:solidFill>
                  <a:srgbClr val="472132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20">
                <a:solidFill>
                  <a:srgbClr val="4E4952"/>
                </a:solidFill>
                <a:latin typeface="Arial"/>
                <a:cs typeface="Arial"/>
              </a:rPr>
              <a:t>mto</a:t>
            </a:r>
            <a:r>
              <a:rPr dirty="0" sz="700" spc="-20">
                <a:latin typeface="Arial"/>
                <a:cs typeface="Arial"/>
              </a:rPr>
              <a:t>_</a:t>
            </a:r>
            <a:r>
              <a:rPr dirty="0" sz="700" spc="-20">
                <a:solidFill>
                  <a:srgbClr val="755740"/>
                </a:solidFill>
                <a:latin typeface="Arial"/>
                <a:cs typeface="Arial"/>
              </a:rPr>
              <a:t>t</a:t>
            </a:r>
            <a:r>
              <a:rPr dirty="0" sz="700" spc="-20">
                <a:solidFill>
                  <a:srgbClr val="1D1B51"/>
                </a:solidFill>
                <a:latin typeface="Arial"/>
                <a:cs typeface="Arial"/>
              </a:rPr>
              <a:t>o</a:t>
            </a:r>
            <a:r>
              <a:rPr dirty="0" sz="700" spc="-20">
                <a:solidFill>
                  <a:srgbClr val="5D5C5D"/>
                </a:solidFill>
                <a:latin typeface="Arial"/>
                <a:cs typeface="Arial"/>
              </a:rPr>
              <a:t>tat</a:t>
            </a:r>
            <a:r>
              <a:rPr dirty="0" sz="700" spc="15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9A9A9A"/>
                </a:solidFill>
                <a:latin typeface="Arial"/>
                <a:cs typeface="Arial"/>
              </a:rPr>
              <a:t>'.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e::</a:t>
            </a:r>
            <a:r>
              <a:rPr dirty="0" sz="700" spc="-1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lillB.I</a:t>
            </a:r>
            <a:endParaRPr sz="700">
              <a:latin typeface="Arial"/>
              <a:cs typeface="Arial"/>
            </a:endParaRPr>
          </a:p>
        </p:txBody>
      </p:sp>
      <p:sp>
        <p:nvSpPr>
          <p:cNvPr id="573" name="object 573"/>
          <p:cNvSpPr txBox="1"/>
          <p:nvPr/>
        </p:nvSpPr>
        <p:spPr>
          <a:xfrm>
            <a:off x="14101595" y="8206719"/>
            <a:ext cx="1042035" cy="558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335">
              <a:lnSpc>
                <a:spcPts val="819"/>
              </a:lnSpc>
              <a:spcBef>
                <a:spcPts val="110"/>
              </a:spcBef>
            </a:pPr>
            <a:r>
              <a:rPr dirty="0" sz="700" b="1">
                <a:solidFill>
                  <a:srgbClr val="717474"/>
                </a:solidFill>
                <a:latin typeface="Arial"/>
                <a:cs typeface="Arial"/>
              </a:rPr>
              <a:t>PK</a:t>
            </a:r>
            <a:r>
              <a:rPr dirty="0" sz="700" spc="-15" b="1">
                <a:solidFill>
                  <a:srgbClr val="717474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10" b="1">
                <a:solidFill>
                  <a:srgbClr val="39536E"/>
                </a:solidFill>
                <a:latin typeface="Arial"/>
                <a:cs typeface="Arial"/>
              </a:rPr>
              <a:t>dl</a:t>
            </a:r>
            <a:r>
              <a:rPr dirty="0" sz="700" spc="-10" b="1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10" b="1">
                <a:solidFill>
                  <a:srgbClr val="4E4952"/>
                </a:solidFill>
                <a:latin typeface="Arial"/>
                <a:cs typeface="Arial"/>
              </a:rPr>
              <a:t>irn.q</a:t>
            </a:r>
            <a:r>
              <a:rPr dirty="0" sz="700" spc="-10" b="1">
                <a:solidFill>
                  <a:srgbClr val="90DDFA"/>
                </a:solidFill>
                <a:latin typeface="Arial"/>
                <a:cs typeface="Arial"/>
              </a:rPr>
              <a:t>,</a:t>
            </a:r>
            <a:r>
              <a:rPr dirty="0" sz="700" spc="-10" b="1">
                <a:solidFill>
                  <a:srgbClr val="717474"/>
                </a:solidFill>
                <a:latin typeface="Arial"/>
                <a:cs typeface="Arial"/>
              </a:rPr>
              <a:t>uai</a:t>
            </a:r>
            <a:r>
              <a:rPr dirty="0" sz="700" spc="-10" b="1">
                <a:solidFill>
                  <a:srgbClr val="472132"/>
                </a:solidFill>
                <a:latin typeface="Arial"/>
                <a:cs typeface="Arial"/>
              </a:rPr>
              <a:t>a</a:t>
            </a:r>
            <a:r>
              <a:rPr dirty="0" sz="700" spc="-10" b="1">
                <a:solidFill>
                  <a:srgbClr val="5D5C5D"/>
                </a:solidFill>
                <a:latin typeface="Arial"/>
                <a:cs typeface="Arial"/>
              </a:rPr>
              <a:t>mr.</a:t>
            </a:r>
            <a:r>
              <a:rPr dirty="0" sz="700" spc="-10">
                <a:solidFill>
                  <a:srgbClr val="887F67"/>
                </a:solidFill>
                <a:latin typeface="Arial"/>
                <a:cs typeface="Arial"/>
              </a:rPr>
              <a:t>in</a:t>
            </a:r>
            <a:r>
              <a:rPr dirty="0" sz="700" spc="-10">
                <a:solidFill>
                  <a:srgbClr val="47416F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ts val="860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-2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65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6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65">
                <a:solidFill>
                  <a:srgbClr val="5D5C5D"/>
                </a:solidFill>
                <a:latin typeface="Arial"/>
                <a:cs typeface="Arial"/>
              </a:rPr>
              <a:t>rn/</a:t>
            </a:r>
            <a:r>
              <a:rPr dirty="0" sz="700" spc="-65">
                <a:solidFill>
                  <a:srgbClr val="39536E"/>
                </a:solidFill>
                <a:latin typeface="Arial"/>
                <a:cs typeface="Arial"/>
              </a:rPr>
              <a:t>h\</a:t>
            </a:r>
            <a:r>
              <a:rPr dirty="0" sz="700" spc="-65">
                <a:solidFill>
                  <a:srgbClr val="312D4F"/>
                </a:solidFill>
                <a:latin typeface="Arial"/>
                <a:cs typeface="Arial"/>
              </a:rPr>
              <a:t>re:</a:t>
            </a:r>
            <a:r>
              <a:rPr dirty="0" sz="700" spc="-65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va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rc'.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1'a.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f.J.'O}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ts val="825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3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542956"/>
                </a:solidFill>
                <a:latin typeface="Arial"/>
                <a:cs typeface="Arial"/>
              </a:rPr>
              <a:t>nu</a:t>
            </a:r>
            <a:r>
              <a:rPr dirty="0" sz="700" spc="-50">
                <a:solidFill>
                  <a:srgbClr val="5D5C5D"/>
                </a:solidFill>
                <a:latin typeface="Arial"/>
                <a:cs typeface="Arial"/>
              </a:rPr>
              <a:t>mr</a:t>
            </a:r>
            <a:r>
              <a:rPr dirty="0" sz="700" spc="-50">
                <a:latin typeface="Arial"/>
                <a:cs typeface="Arial"/>
              </a:rPr>
              <a:t>_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50">
                <a:solidFill>
                  <a:srgbClr val="8C2655"/>
                </a:solidFill>
                <a:latin typeface="Arial"/>
                <a:cs typeface="Arial"/>
              </a:rPr>
              <a:t>ri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50">
                <a:solidFill>
                  <a:srgbClr val="FBD07B"/>
                </a:solidFill>
                <a:latin typeface="Arial"/>
                <a:cs typeface="Arial"/>
              </a:rPr>
              <a:t>-</a:t>
            </a:r>
            <a:r>
              <a:rPr dirty="0" sz="700" spc="-1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�.;.rclia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r{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5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67648B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 marR="5080" indent="1905">
              <a:lnSpc>
                <a:spcPts val="850"/>
              </a:lnSpc>
              <a:spcBef>
                <a:spcPts val="15"/>
              </a:spcBef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3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fech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a_a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25">
                <a:solidFill>
                  <a:srgbClr val="3A3075"/>
                </a:solidFill>
                <a:latin typeface="Arial"/>
                <a:cs typeface="Arial"/>
              </a:rPr>
              <a:t>q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9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ic: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472132"/>
                </a:solidFill>
                <a:latin typeface="Arial"/>
                <a:cs typeface="Arial"/>
              </a:rPr>
              <a:t>n</a:t>
            </a:r>
            <a:r>
              <a:rPr dirty="0" sz="700" spc="-25">
                <a:solidFill>
                  <a:srgbClr val="A58A74"/>
                </a:solidFill>
                <a:latin typeface="Arial"/>
                <a:cs typeface="Arial"/>
              </a:rPr>
              <a:t>:</a:t>
            </a:r>
            <a:r>
              <a:rPr dirty="0" sz="700" spc="95">
                <a:solidFill>
                  <a:srgbClr val="A58A74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2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3C383D"/>
                </a:solidFill>
                <a:latin typeface="Arial"/>
                <a:cs typeface="Arial"/>
              </a:rPr>
              <a:t>te</a:t>
            </a:r>
            <a:r>
              <a:rPr dirty="0" sz="700" spc="500">
                <a:solidFill>
                  <a:srgbClr val="3C383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755740"/>
                </a:solidFill>
                <a:latin typeface="Arial"/>
                <a:cs typeface="Arial"/>
              </a:rPr>
              <a:t>F</a:t>
            </a:r>
            <a:r>
              <a:rPr dirty="0" sz="700">
                <a:solidFill>
                  <a:srgbClr val="47416F"/>
                </a:solidFill>
                <a:latin typeface="Arial"/>
                <a:cs typeface="Arial"/>
              </a:rPr>
              <a:t>K</a:t>
            </a:r>
            <a:r>
              <a:rPr dirty="0" sz="700" spc="-45">
                <a:solidFill>
                  <a:srgbClr val="47416F"/>
                </a:solidFill>
                <a:latin typeface="Arial"/>
                <a:cs typeface="Arial"/>
              </a:rPr>
              <a:t> </a:t>
            </a:r>
            <a:r>
              <a:rPr dirty="0" sz="700" spc="-55">
                <a:solidFill>
                  <a:srgbClr val="755740"/>
                </a:solidFill>
                <a:latin typeface="Arial"/>
                <a:cs typeface="Arial"/>
              </a:rPr>
              <a:t>i:1</a:t>
            </a:r>
            <a:r>
              <a:rPr dirty="0" sz="700" spc="-55">
                <a:solidFill>
                  <a:srgbClr val="90DDFA"/>
                </a:solidFill>
                <a:latin typeface="Arial"/>
                <a:cs typeface="Arial"/>
              </a:rPr>
              <a:t>I</a:t>
            </a:r>
            <a:r>
              <a:rPr dirty="0" sz="700" spc="105">
                <a:solidFill>
                  <a:srgbClr val="90DDF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2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si.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rra!</a:t>
            </a:r>
            <a:r>
              <a:rPr dirty="0" sz="700" spc="-25">
                <a:solidFill>
                  <a:srgbClr val="288BB1"/>
                </a:solidFill>
                <a:latin typeface="Arial"/>
                <a:cs typeface="Arial"/>
              </a:rPr>
              <a:t>:</a:t>
            </a:r>
            <a:r>
              <a:rPr dirty="0" sz="700" spc="-65">
                <a:solidFill>
                  <a:srgbClr val="288BB1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887F67"/>
                </a:solidFill>
                <a:latin typeface="Arial"/>
                <a:cs typeface="Arial"/>
              </a:rPr>
              <a:t>ail</a:t>
            </a:r>
            <a:endParaRPr sz="700">
              <a:latin typeface="Arial"/>
              <a:cs typeface="Arial"/>
            </a:endParaRPr>
          </a:p>
        </p:txBody>
      </p:sp>
      <p:sp>
        <p:nvSpPr>
          <p:cNvPr id="574" name="object 574"/>
          <p:cNvSpPr txBox="1"/>
          <p:nvPr/>
        </p:nvSpPr>
        <p:spPr>
          <a:xfrm>
            <a:off x="19212411" y="8267071"/>
            <a:ext cx="26035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t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ek</a:t>
            </a:r>
            <a:endParaRPr sz="700">
              <a:latin typeface="Arial"/>
              <a:cs typeface="Arial"/>
            </a:endParaRPr>
          </a:p>
        </p:txBody>
      </p:sp>
      <p:sp>
        <p:nvSpPr>
          <p:cNvPr id="575" name="object 575"/>
          <p:cNvSpPr txBox="1"/>
          <p:nvPr/>
        </p:nvSpPr>
        <p:spPr>
          <a:xfrm>
            <a:off x="17939852" y="8408523"/>
            <a:ext cx="882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BDB68F"/>
                </a:solidFill>
                <a:latin typeface="Arial"/>
                <a:cs typeface="Arial"/>
              </a:rPr>
              <a:t>'</a:t>
            </a:r>
            <a:r>
              <a:rPr dirty="0" sz="700" spc="-25">
                <a:solidFill>
                  <a:srgbClr val="3A3075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76" name="object 576"/>
          <p:cNvSpPr txBox="1"/>
          <p:nvPr/>
        </p:nvSpPr>
        <p:spPr>
          <a:xfrm>
            <a:off x="18504423" y="8411195"/>
            <a:ext cx="4381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8A664F"/>
                </a:solidFill>
                <a:latin typeface="Arial"/>
                <a:cs typeface="Arial"/>
              </a:rPr>
              <a:t>]</a:t>
            </a:r>
            <a:endParaRPr sz="550">
              <a:latin typeface="Arial"/>
              <a:cs typeface="Arial"/>
            </a:endParaRPr>
          </a:p>
        </p:txBody>
      </p:sp>
      <p:sp>
        <p:nvSpPr>
          <p:cNvPr id="577" name="object 577"/>
          <p:cNvSpPr txBox="1"/>
          <p:nvPr/>
        </p:nvSpPr>
        <p:spPr>
          <a:xfrm>
            <a:off x="15950708" y="8267133"/>
            <a:ext cx="50800" cy="40576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640"/>
              </a:spcBef>
            </a:pPr>
            <a:r>
              <a:rPr dirty="0" sz="10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700" spc="-14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78" name="object 578"/>
          <p:cNvSpPr txBox="1"/>
          <p:nvPr/>
        </p:nvSpPr>
        <p:spPr>
          <a:xfrm>
            <a:off x="18655300" y="8461331"/>
            <a:ext cx="6369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133A5F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I&lt;</a:t>
            </a:r>
            <a:r>
              <a:rPr dirty="0" sz="70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23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AE6B48"/>
                </a:solidFill>
                <a:latin typeface="Arial"/>
                <a:cs typeface="Arial"/>
              </a:rPr>
              <a:t>l'</a:t>
            </a:r>
            <a:r>
              <a:rPr dirty="0" sz="500" spc="-10">
                <a:solidFill>
                  <a:srgbClr val="4E4952"/>
                </a:solidFill>
                <a:latin typeface="Arial"/>
                <a:cs typeface="Arial"/>
              </a:rPr>
              <a:t>IIS</a:t>
            </a:r>
            <a:r>
              <a:rPr dirty="0" sz="500" spc="-1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500" spc="-10">
                <a:solidFill>
                  <a:srgbClr val="5D5C5D"/>
                </a:solidFill>
                <a:latin typeface="Arial"/>
                <a:cs typeface="Arial"/>
              </a:rPr>
              <a:t>flllOS</a:t>
            </a:r>
            <a:r>
              <a:rPr dirty="0" sz="500" spc="-10">
                <a:solidFill>
                  <a:srgbClr val="90DDFA"/>
                </a:solidFill>
                <a:latin typeface="Arial"/>
                <a:cs typeface="Arial"/>
              </a:rPr>
              <a:t>,</a:t>
            </a:r>
            <a:endParaRPr sz="500">
              <a:latin typeface="Arial"/>
              <a:cs typeface="Arial"/>
            </a:endParaRPr>
          </a:p>
        </p:txBody>
      </p:sp>
      <p:sp>
        <p:nvSpPr>
          <p:cNvPr id="579" name="object 579"/>
          <p:cNvSpPr txBox="1"/>
          <p:nvPr/>
        </p:nvSpPr>
        <p:spPr>
          <a:xfrm>
            <a:off x="9449868" y="8574492"/>
            <a:ext cx="4381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18656980" y="8566791"/>
            <a:ext cx="448309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165">
                <a:solidFill>
                  <a:srgbClr val="231C2C"/>
                </a:solidFill>
                <a:latin typeface="Arial"/>
                <a:cs typeface="Arial"/>
              </a:rPr>
              <a:t>+-</a:t>
            </a:r>
            <a:r>
              <a:rPr dirty="0" sz="750" spc="-10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c:a</a:t>
            </a:r>
            <a:r>
              <a:rPr dirty="0" sz="700" spc="-45">
                <a:solidFill>
                  <a:srgbClr val="47416F"/>
                </a:solidFill>
                <a:latin typeface="Arial"/>
                <a:cs typeface="Arial"/>
              </a:rPr>
              <a:t>ra</a:t>
            </a:r>
            <a:r>
              <a:rPr dirty="0" sz="700" spc="-45">
                <a:solidFill>
                  <a:srgbClr val="755740"/>
                </a:solidFill>
                <a:latin typeface="Arial"/>
                <a:cs typeface="Arial"/>
              </a:rPr>
              <a:t>tid</a:t>
            </a: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a</a:t>
            </a:r>
            <a:r>
              <a:rPr dirty="0" sz="700" spc="-45">
                <a:solidFill>
                  <a:srgbClr val="632B27"/>
                </a:solidFill>
                <a:latin typeface="Arial"/>
                <a:cs typeface="Arial"/>
              </a:rPr>
              <a:t>d</a:t>
            </a:r>
            <a:r>
              <a:rPr dirty="0" sz="700" spc="-45">
                <a:solidFill>
                  <a:srgbClr val="90DDFA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20027451" y="8494493"/>
            <a:ext cx="10033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25">
                <a:solidFill>
                  <a:srgbClr val="5D5C5D"/>
                </a:solidFill>
                <a:latin typeface="Arial"/>
                <a:cs typeface="Arial"/>
              </a:rPr>
              <a:t>,</a:t>
            </a:r>
            <a:r>
              <a:rPr dirty="0" sz="1200" spc="-25">
                <a:solidFill>
                  <a:srgbClr val="D8D8D8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9444174" y="8832876"/>
            <a:ext cx="5206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35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16468052" y="8193517"/>
            <a:ext cx="1280160" cy="7620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C;.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1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aga</a:t>
            </a:r>
            <a:r>
              <a:rPr dirty="0" sz="700" spc="-10">
                <a:solidFill>
                  <a:srgbClr val="0C101B"/>
                </a:solidFill>
                <a:latin typeface="Arial"/>
                <a:cs typeface="Arial"/>
              </a:rPr>
              <a:t>_</a:t>
            </a:r>
            <a:r>
              <a:rPr dirty="0" sz="700" spc="-10">
                <a:solidFill>
                  <a:srgbClr val="AD5225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ru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rnros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94"/>
              </a:lnSpc>
              <a:spcBef>
                <a:spcPts val="64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Re</a:t>
            </a:r>
            <a:r>
              <a:rPr dirty="0" sz="700" spc="9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FK</a:t>
            </a:r>
            <a:r>
              <a:rPr dirty="0" sz="700" spc="-114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50" spc="-75">
                <a:solidFill>
                  <a:srgbClr val="FAFDA3"/>
                </a:solidFill>
                <a:latin typeface="Arial"/>
                <a:cs typeface="Arial"/>
              </a:rPr>
              <a:t>·</a:t>
            </a:r>
            <a:r>
              <a:rPr dirty="0" sz="750" spc="-75">
                <a:solidFill>
                  <a:srgbClr val="55268C"/>
                </a:solidFill>
                <a:latin typeface="Arial"/>
                <a:cs typeface="Arial"/>
              </a:rPr>
              <a:t>¡</a:t>
            </a:r>
            <a:r>
              <a:rPr dirty="0" sz="750" spc="-75">
                <a:solidFill>
                  <a:srgbClr val="39536E"/>
                </a:solidFill>
                <a:latin typeface="Arial"/>
                <a:cs typeface="Arial"/>
              </a:rPr>
              <a:t>m</a:t>
            </a:r>
            <a:r>
              <a:rPr dirty="0" sz="750" spc="-7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5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50">
                <a:solidFill>
                  <a:srgbClr val="4E4952"/>
                </a:solidFill>
                <a:latin typeface="Arial"/>
                <a:cs typeface="Arial"/>
              </a:rPr>
              <a:t>s,J</a:t>
            </a:r>
            <a:r>
              <a:rPr dirty="0" sz="700" spc="-50">
                <a:solidFill>
                  <a:srgbClr val="614E79"/>
                </a:solidFill>
                <a:latin typeface="Arial"/>
                <a:cs typeface="Arial"/>
              </a:rPr>
              <a:t>rn</a:t>
            </a:r>
            <a:r>
              <a:rPr dirty="0" sz="700" spc="-50">
                <a:solidFill>
                  <a:srgbClr val="312D4F"/>
                </a:solidFill>
                <a:latin typeface="Arial"/>
                <a:cs typeface="Arial"/>
              </a:rPr>
              <a:t>o</a:t>
            </a:r>
            <a:r>
              <a:rPr dirty="0" sz="700" spc="-5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20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20">
                <a:solidFill>
                  <a:srgbClr val="312D4F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44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4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rn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b</a:t>
            </a:r>
            <a:r>
              <a:rPr dirty="0" sz="700" spc="-10">
                <a:solidFill>
                  <a:srgbClr val="345F90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jfll5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m;o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700" spc="15">
                <a:solidFill>
                  <a:srgbClr val="1E53A1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va</a:t>
            </a:r>
            <a:r>
              <a:rPr dirty="0" sz="700" spc="-30">
                <a:solidFill>
                  <a:srgbClr val="542956"/>
                </a:solidFill>
                <a:latin typeface="Arial"/>
                <a:cs typeface="Arial"/>
              </a:rPr>
              <a:t>n::</a:t>
            </a:r>
            <a:r>
              <a:rPr dirty="0" sz="700" spc="-30">
                <a:solidFill>
                  <a:srgbClr val="5D5C5D"/>
                </a:solidFill>
                <a:latin typeface="Arial"/>
                <a:cs typeface="Arial"/>
              </a:rPr>
              <a:t>ho.</a:t>
            </a:r>
            <a:r>
              <a:rPr dirty="0" sz="700" spc="-3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30">
                <a:solidFill>
                  <a:srgbClr val="5D788D"/>
                </a:solidFill>
                <a:latin typeface="Arial"/>
                <a:cs typeface="Arial"/>
              </a:rPr>
              <a:t>{</a:t>
            </a:r>
            <a:r>
              <a:rPr dirty="0" sz="700" spc="-30">
                <a:solidFill>
                  <a:srgbClr val="5D5C5D"/>
                </a:solidFill>
                <a:latin typeface="Arial"/>
                <a:cs typeface="Arial"/>
              </a:rPr>
              <a:t>:l,O}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15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1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eo:l</a:t>
            </a:r>
            <a:r>
              <a:rPr dirty="0" sz="700" spc="-10">
                <a:solidFill>
                  <a:srgbClr val="4B6A83"/>
                </a:solidFill>
                <a:latin typeface="Arial"/>
                <a:cs typeface="Arial"/>
              </a:rPr>
              <a:t>_i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r.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te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9A9A9A"/>
                </a:solidFill>
                <a:latin typeface="Arial"/>
                <a:cs typeface="Arial"/>
              </a:rPr>
              <a:t>:</a:t>
            </a:r>
            <a:r>
              <a:rPr dirty="0" sz="700" spc="5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ot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.;.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6A424E"/>
                </a:solidFill>
                <a:latin typeface="Arial"/>
                <a:cs typeface="Arial"/>
              </a:rPr>
              <a:t>ch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r{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3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67648B"/>
                </a:solidFill>
                <a:latin typeface="Arial"/>
                <a:cs typeface="Arial"/>
              </a:rPr>
              <a:t>.)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55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-3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A424E"/>
                </a:solidFill>
                <a:latin typeface="Arial"/>
                <a:cs typeface="Arial"/>
              </a:rPr>
              <a:t>t</a:t>
            </a:r>
            <a:r>
              <a:rPr dirty="0" sz="700" spc="-25">
                <a:solidFill>
                  <a:srgbClr val="39536E"/>
                </a:solidFill>
                <a:latin typeface="Arial"/>
                <a:cs typeface="Arial"/>
              </a:rPr>
              <a:t>\po_i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llS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25">
                <a:solidFill>
                  <a:srgbClr val="4E4952"/>
                </a:solidFill>
                <a:latin typeface="Arial"/>
                <a:cs typeface="Arial"/>
              </a:rPr>
              <a:t>m;o</a:t>
            </a:r>
            <a:r>
              <a:rPr dirty="0" sz="700" spc="-25">
                <a:solidFill>
                  <a:srgbClr val="1E53A1"/>
                </a:solidFill>
                <a:latin typeface="Arial"/>
                <a:cs typeface="Arial"/>
              </a:rPr>
              <a:t>:</a:t>
            </a:r>
            <a:r>
              <a:rPr dirty="0" sz="700" spc="-35">
                <a:solidFill>
                  <a:srgbClr val="1E53A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van::h;.</a:t>
            </a:r>
            <a:r>
              <a:rPr dirty="0" sz="700" spc="-10">
                <a:solidFill>
                  <a:srgbClr val="1E53A1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717474"/>
                </a:solidFill>
                <a:latin typeface="Arial"/>
                <a:cs typeface="Arial"/>
              </a:rPr>
              <a:t>{:l,O}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90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2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oosto�</a:t>
            </a:r>
            <a:r>
              <a:rPr dirty="0" sz="700" spc="-45">
                <a:solidFill>
                  <a:srgbClr val="5D5C5D"/>
                </a:solidFill>
                <a:latin typeface="Arial"/>
                <a:cs typeface="Arial"/>
              </a:rPr>
              <a:t>ro:111</a:t>
            </a:r>
            <a:r>
              <a:rPr dirty="0" sz="700" spc="-4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45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4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45">
                <a:solidFill>
                  <a:srgbClr val="47416F"/>
                </a:solidFill>
                <a:latin typeface="Arial"/>
                <a:cs typeface="Arial"/>
              </a:rPr>
              <a:t>a</a:t>
            </a:r>
            <a:r>
              <a:rPr dirty="0" sz="700" spc="-45">
                <a:solidFill>
                  <a:srgbClr val="A58A74"/>
                </a:solidFill>
                <a:latin typeface="Arial"/>
                <a:cs typeface="Arial"/>
              </a:rPr>
              <a:t>:</a:t>
            </a:r>
            <a:r>
              <a:rPr dirty="0" sz="700" spc="50">
                <a:solidFill>
                  <a:srgbClr val="A58A7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6799A7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m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l</a:t>
            </a:r>
            <a:endParaRPr sz="700">
              <a:latin typeface="Arial"/>
              <a:cs typeface="Arial"/>
            </a:endParaRPr>
          </a:p>
        </p:txBody>
      </p:sp>
      <p:sp>
        <p:nvSpPr>
          <p:cNvPr id="584" name="object 584"/>
          <p:cNvSpPr txBox="1"/>
          <p:nvPr/>
        </p:nvSpPr>
        <p:spPr>
          <a:xfrm>
            <a:off x="14899358" y="8889411"/>
            <a:ext cx="84455" cy="2819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45"/>
              </a:spcBef>
            </a:pPr>
            <a:r>
              <a:rPr dirty="0" sz="700" spc="-50" b="1">
                <a:solidFill>
                  <a:srgbClr val="828485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50">
                <a:solidFill>
                  <a:srgbClr val="6A424E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585" name="object 585"/>
          <p:cNvSpPr/>
          <p:nvPr/>
        </p:nvSpPr>
        <p:spPr>
          <a:xfrm>
            <a:off x="17211502" y="8994773"/>
            <a:ext cx="9525" cy="123825"/>
          </a:xfrm>
          <a:custGeom>
            <a:avLst/>
            <a:gdLst/>
            <a:ahLst/>
            <a:cxnLst/>
            <a:rect l="l" t="t" r="r" b="b"/>
            <a:pathLst>
              <a:path w="9525" h="123825">
                <a:moveTo>
                  <a:pt x="9427" y="123290"/>
                </a:moveTo>
                <a:lnTo>
                  <a:pt x="0" y="123290"/>
                </a:lnTo>
                <a:lnTo>
                  <a:pt x="0" y="0"/>
                </a:lnTo>
                <a:lnTo>
                  <a:pt x="9427" y="0"/>
                </a:lnTo>
                <a:lnTo>
                  <a:pt x="9427" y="123290"/>
                </a:lnTo>
                <a:close/>
              </a:path>
            </a:pathLst>
          </a:custGeom>
          <a:solidFill>
            <a:srgbClr val="EFE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6" name="object 586"/>
          <p:cNvSpPr txBox="1"/>
          <p:nvPr/>
        </p:nvSpPr>
        <p:spPr>
          <a:xfrm>
            <a:off x="17198796" y="8985643"/>
            <a:ext cx="882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5">
                <a:solidFill>
                  <a:srgbClr val="DFBDAC"/>
                </a:solidFill>
                <a:latin typeface="Arial"/>
                <a:cs typeface="Arial"/>
              </a:rPr>
              <a:t>"</a:t>
            </a:r>
            <a:r>
              <a:rPr dirty="0" sz="700" spc="-55">
                <a:solidFill>
                  <a:srgbClr val="3A3075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87" name="object 587"/>
          <p:cNvSpPr txBox="1"/>
          <p:nvPr/>
        </p:nvSpPr>
        <p:spPr>
          <a:xfrm>
            <a:off x="8854699" y="9161986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88" name="object 588"/>
          <p:cNvSpPr txBox="1"/>
          <p:nvPr/>
        </p:nvSpPr>
        <p:spPr>
          <a:xfrm>
            <a:off x="15737997" y="9161986"/>
            <a:ext cx="542290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7329" algn="l"/>
                <a:tab pos="528955" algn="l"/>
              </a:tabLst>
            </a:pPr>
            <a:r>
              <a:rPr dirty="0" u="sng" sz="50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500" spc="-5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u="sng" sz="500">
                <a:solidFill>
                  <a:srgbClr val="D8D8D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500">
              <a:latin typeface="Arial"/>
              <a:cs typeface="Arial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9503480" y="9161986"/>
            <a:ext cx="4889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590" name="object 590"/>
          <p:cNvSpPr txBox="1"/>
          <p:nvPr/>
        </p:nvSpPr>
        <p:spPr>
          <a:xfrm>
            <a:off x="19781511" y="8956400"/>
            <a:ext cx="159385" cy="29337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270"/>
              </a:spcBef>
            </a:pPr>
            <a:r>
              <a:rPr dirty="0" sz="40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98425">
              <a:lnSpc>
                <a:spcPts val="459"/>
              </a:lnSpc>
              <a:spcBef>
                <a:spcPts val="165"/>
              </a:spcBef>
            </a:pPr>
            <a:r>
              <a:rPr dirty="0" sz="450" spc="-50">
                <a:solidFill>
                  <a:srgbClr val="C8C8C8"/>
                </a:solidFill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25400">
              <a:lnSpc>
                <a:spcPts val="819"/>
              </a:lnSpc>
            </a:pPr>
            <a:r>
              <a:rPr dirty="0" baseline="-14814" sz="1125" spc="-82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dirty="0" baseline="-14814" sz="1125" spc="44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91" name="object 591"/>
          <p:cNvSpPr txBox="1"/>
          <p:nvPr/>
        </p:nvSpPr>
        <p:spPr>
          <a:xfrm>
            <a:off x="18615452" y="9161986"/>
            <a:ext cx="48895" cy="2032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565"/>
              </a:lnSpc>
              <a:spcBef>
                <a:spcPts val="125"/>
              </a:spcBef>
            </a:pPr>
            <a:r>
              <a:rPr dirty="0" sz="500" spc="-50">
                <a:solidFill>
                  <a:srgbClr val="D8D8D8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  <a:p>
            <a:pPr marL="15240">
              <a:lnSpc>
                <a:spcPts val="805"/>
              </a:lnSpc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14302809" y="9193105"/>
            <a:ext cx="985519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472132"/>
                </a:solidFill>
                <a:latin typeface="Arial"/>
                <a:cs typeface="Arial"/>
              </a:rPr>
              <a:t>S</a:t>
            </a:r>
            <a:r>
              <a:rPr dirty="0" sz="700" spc="-5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50">
                <a:solidFill>
                  <a:srgbClr val="472132"/>
                </a:solidFill>
                <a:latin typeface="Arial"/>
                <a:cs typeface="Arial"/>
              </a:rPr>
              <a:t>s</a:t>
            </a:r>
            <a:r>
              <a:rPr dirty="0" sz="700" spc="-50">
                <a:solidFill>
                  <a:srgbClr val="39536E"/>
                </a:solidFill>
                <a:latin typeface="Arial"/>
                <a:cs typeface="Arial"/>
              </a:rPr>
              <a:t>1</a:t>
            </a:r>
            <a:r>
              <a:rPr dirty="0" sz="700" spc="-5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flllo&lt;</a:t>
            </a:r>
            <a:r>
              <a:rPr dirty="0" sz="700" spc="-50">
                <a:solidFill>
                  <a:srgbClr val="4E4952"/>
                </a:solidFill>
                <a:latin typeface="Arial"/>
                <a:cs typeface="Arial"/>
              </a:rPr>
              <a:t>d</a:t>
            </a:r>
            <a:r>
              <a:rPr dirty="0" sz="700" spc="-5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50">
                <a:solidFill>
                  <a:srgbClr val="4E4952"/>
                </a:solidFill>
                <a:latin typeface="Arial"/>
                <a:cs typeface="Arial"/>
              </a:rPr>
              <a:t>e</a:t>
            </a:r>
            <a:r>
              <a:rPr dirty="0" sz="700" spc="30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Preve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nici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á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17186364" y="9198606"/>
            <a:ext cx="9017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0">
                <a:solidFill>
                  <a:srgbClr val="5D5C5D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9449868" y="9230825"/>
            <a:ext cx="4191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D8D8D8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19881863" y="9213380"/>
            <a:ext cx="3429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55">
                <a:solidFill>
                  <a:srgbClr val="C8C8C8"/>
                </a:solidFill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16779940" y="9336442"/>
            <a:ext cx="7512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5">
                <a:solidFill>
                  <a:srgbClr val="3C383D"/>
                </a:solidFill>
                <a:latin typeface="Arial"/>
                <a:cs typeface="Arial"/>
              </a:rPr>
              <a:t>.S</a:t>
            </a:r>
            <a:r>
              <a:rPr dirty="0" sz="700" spc="-5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55">
                <a:solidFill>
                  <a:srgbClr val="472132"/>
                </a:solidFill>
                <a:latin typeface="Arial"/>
                <a:cs typeface="Arial"/>
              </a:rPr>
              <a:t>5&lt;</a:t>
            </a:r>
            <a:r>
              <a:rPr dirty="0" sz="700" spc="-55">
                <a:solidFill>
                  <a:srgbClr val="6A424E"/>
                </a:solidFill>
                <a:latin typeface="Arial"/>
                <a:cs typeface="Arial"/>
              </a:rPr>
              <a:t>'.</a:t>
            </a:r>
            <a:r>
              <a:rPr dirty="0" sz="700" spc="-5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55">
                <a:solidFill>
                  <a:srgbClr val="4E4952"/>
                </a:solidFill>
                <a:latin typeface="Arial"/>
                <a:cs typeface="Arial"/>
              </a:rPr>
              <a:t>r:ie</a:t>
            </a:r>
            <a:r>
              <a:rPr dirty="0" sz="700" spc="8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799A7"/>
                </a:solidFill>
                <a:latin typeface="Arial"/>
                <a:cs typeface="Arial"/>
              </a:rPr>
              <a:t>l</a:t>
            </a:r>
            <a:r>
              <a:rPr dirty="0" sz="700" spc="-25">
                <a:solidFill>
                  <a:srgbClr val="47416F"/>
                </a:solidFill>
                <a:latin typeface="Arial"/>
                <a:cs typeface="Arial"/>
              </a:rPr>
              <a:t>rn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s,</a:t>
            </a:r>
            <a:r>
              <a:rPr dirty="0" sz="700" spc="-25">
                <a:solidFill>
                  <a:srgbClr val="6A424E"/>
                </a:solidFill>
                <a:latin typeface="Arial"/>
                <a:cs typeface="Arial"/>
              </a:rPr>
              <a:t>J</a:t>
            </a:r>
            <a:r>
              <a:rPr dirty="0" sz="700" spc="-25">
                <a:solidFill>
                  <a:srgbClr val="5D5C5D"/>
                </a:solidFill>
                <a:latin typeface="Arial"/>
                <a:cs typeface="Arial"/>
              </a:rPr>
              <a:t>m</a:t>
            </a:r>
            <a:r>
              <a:rPr dirty="0" sz="700" spc="-25">
                <a:solidFill>
                  <a:srgbClr val="3C383D"/>
                </a:solidFill>
                <a:latin typeface="Arial"/>
                <a:cs typeface="Arial"/>
              </a:rPr>
              <a:t>o</a:t>
            </a:r>
            <a:r>
              <a:rPr dirty="0" sz="700" spc="-25">
                <a:solidFill>
                  <a:srgbClr val="231C2C"/>
                </a:solidFill>
                <a:latin typeface="Arial"/>
                <a:cs typeface="Arial"/>
              </a:rPr>
              <a:t>s</a:t>
            </a:r>
            <a:endParaRPr sz="70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5407879" y="9290707"/>
            <a:ext cx="24574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750" spc="-110">
                <a:solidFill>
                  <a:srgbClr val="C8C8C8"/>
                </a:solidFill>
                <a:latin typeface="Arial"/>
                <a:cs typeface="Arial"/>
              </a:rPr>
              <a:t>-</a:t>
            </a:r>
            <a:r>
              <a:rPr dirty="0" sz="750">
                <a:solidFill>
                  <a:srgbClr val="C8C8C8"/>
                </a:solidFill>
                <a:latin typeface="Arial"/>
                <a:cs typeface="Arial"/>
              </a:rPr>
              <a:t>-</a:t>
            </a:r>
            <a:r>
              <a:rPr dirty="0" sz="750" spc="190">
                <a:solidFill>
                  <a:srgbClr val="C8C8C8"/>
                </a:solidFill>
                <a:latin typeface="Arial"/>
                <a:cs typeface="Arial"/>
              </a:rPr>
              <a:t> </a:t>
            </a:r>
            <a:r>
              <a:rPr dirty="0" baseline="-38194" sz="1200" spc="135">
                <a:solidFill>
                  <a:srgbClr val="8A664F"/>
                </a:solidFill>
                <a:latin typeface="Times New Roman"/>
                <a:cs typeface="Times New Roman"/>
              </a:rPr>
              <a:t>1</a:t>
            </a:r>
            <a:endParaRPr baseline="-38194" sz="1200">
              <a:latin typeface="Times New Roman"/>
              <a:cs typeface="Times New Roman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9870537" y="9305010"/>
            <a:ext cx="51435" cy="2032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220"/>
              </a:spcBef>
            </a:pPr>
            <a:r>
              <a:rPr dirty="0" sz="40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16304203" y="9353574"/>
            <a:ext cx="92710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110" b="1">
                <a:solidFill>
                  <a:srgbClr val="5D5C5D"/>
                </a:solidFill>
                <a:latin typeface="Arial"/>
                <a:cs typeface="Arial"/>
              </a:rPr>
              <a:t>t-</a:t>
            </a:r>
            <a:r>
              <a:rPr dirty="0" sz="650" spc="-114" b="1">
                <a:solidFill>
                  <a:srgbClr val="5D5C5D"/>
                </a:solidFill>
                <a:latin typeface="Arial"/>
                <a:cs typeface="Arial"/>
              </a:rPr>
              <a:t>:1</a:t>
            </a:r>
            <a:endParaRPr sz="650">
              <a:latin typeface="Arial"/>
              <a:cs typeface="Arial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13591297" y="9397895"/>
            <a:ext cx="7366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30">
                <a:solidFill>
                  <a:srgbClr val="D8D8D8"/>
                </a:solidFill>
                <a:latin typeface="Arial"/>
                <a:cs typeface="Arial"/>
              </a:rPr>
              <a:t>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6442824" y="9522530"/>
            <a:ext cx="117602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PK</a:t>
            </a:r>
            <a:r>
              <a:rPr dirty="0" sz="700" spc="20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 spc="-7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70">
                <a:solidFill>
                  <a:srgbClr val="39536E"/>
                </a:solidFill>
                <a:latin typeface="Arial"/>
                <a:cs typeface="Arial"/>
              </a:rPr>
              <a:t>ri</a:t>
            </a:r>
            <a:r>
              <a:rPr dirty="0" baseline="-24305" sz="1200" spc="-104">
                <a:solidFill>
                  <a:srgbClr val="231C2C"/>
                </a:solidFill>
                <a:latin typeface="Arial"/>
                <a:cs typeface="Arial"/>
              </a:rPr>
              <a:t>-</a:t>
            </a:r>
            <a:r>
              <a:rPr dirty="0" sz="700">
                <a:solidFill>
                  <a:srgbClr val="39536E"/>
                </a:solidFill>
                <a:latin typeface="Arial"/>
                <a:cs typeface="Arial"/>
              </a:rPr>
              <a:t>l</a:t>
            </a:r>
            <a:r>
              <a:rPr dirty="0" sz="700" spc="55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sis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tema</a:t>
            </a:r>
            <a:r>
              <a:rPr dirty="0" baseline="-24305" sz="1200" spc="-15">
                <a:solidFill>
                  <a:srgbClr val="231C2C"/>
                </a:solidFill>
                <a:latin typeface="Arial"/>
                <a:cs typeface="Arial"/>
              </a:rPr>
              <a:t>-</a:t>
            </a:r>
            <a:r>
              <a:rPr dirty="0" baseline="-24305" sz="1200" spc="-82">
                <a:solidFill>
                  <a:srgbClr val="231C2C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614E79"/>
                </a:solidFill>
                <a:latin typeface="Arial"/>
                <a:cs typeface="Arial"/>
              </a:rPr>
              <a:t>rn</a:t>
            </a:r>
            <a:r>
              <a:rPr dirty="0" sz="700">
                <a:solidFill>
                  <a:srgbClr val="4E4952"/>
                </a:solidFill>
                <a:latin typeface="Arial"/>
                <a:cs typeface="Arial"/>
              </a:rPr>
              <a:t>�m</a:t>
            </a:r>
            <a:r>
              <a:rPr dirty="0" sz="700">
                <a:solidFill>
                  <a:srgbClr val="312D4F"/>
                </a:solidFill>
                <a:latin typeface="Arial"/>
                <a:cs typeface="Arial"/>
              </a:rPr>
              <a:t>os</a:t>
            </a:r>
            <a:r>
              <a:rPr dirty="0" sz="700">
                <a:solidFill>
                  <a:srgbClr val="288FD2"/>
                </a:solidFill>
                <a:latin typeface="Arial"/>
                <a:cs typeface="Arial"/>
              </a:rPr>
              <a:t>:</a:t>
            </a:r>
            <a:r>
              <a:rPr dirty="0" sz="700" spc="-70">
                <a:solidFill>
                  <a:srgbClr val="288FD2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887F67"/>
                </a:solidFill>
                <a:latin typeface="Arial"/>
                <a:cs typeface="Arial"/>
              </a:rPr>
              <a:t>ait</a:t>
            </a:r>
            <a:endParaRPr sz="700">
              <a:latin typeface="Arial"/>
              <a:cs typeface="Arial"/>
            </a:endParaRPr>
          </a:p>
        </p:txBody>
      </p:sp>
      <p:sp>
        <p:nvSpPr>
          <p:cNvPr id="602" name="object 602"/>
          <p:cNvSpPr txBox="1"/>
          <p:nvPr/>
        </p:nvSpPr>
        <p:spPr>
          <a:xfrm>
            <a:off x="19868198" y="9567952"/>
            <a:ext cx="56515" cy="20701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40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400" spc="-50">
                <a:solidFill>
                  <a:srgbClr val="C8C8C8"/>
                </a:solidFill>
                <a:latin typeface="Times New Roman"/>
                <a:cs typeface="Times New Roman"/>
              </a:rPr>
              <a:t>1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603" name="object 603"/>
          <p:cNvSpPr txBox="1"/>
          <p:nvPr/>
        </p:nvSpPr>
        <p:spPr>
          <a:xfrm>
            <a:off x="13599559" y="9757967"/>
            <a:ext cx="673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solidFill>
                  <a:srgbClr val="D8D8D8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604" name="object 604"/>
          <p:cNvSpPr txBox="1"/>
          <p:nvPr/>
        </p:nvSpPr>
        <p:spPr>
          <a:xfrm>
            <a:off x="14076195" y="9391137"/>
            <a:ext cx="1197610" cy="447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ts val="825"/>
              </a:lnSpc>
              <a:spcBef>
                <a:spcPts val="11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PK</a:t>
            </a:r>
            <a:r>
              <a:rPr dirty="0" sz="700" spc="15">
                <a:solidFill>
                  <a:srgbClr val="5D5C5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39536E"/>
                </a:solidFill>
                <a:latin typeface="Arial"/>
                <a:cs typeface="Arial"/>
              </a:rPr>
              <a:t>lil</a:t>
            </a:r>
            <a:r>
              <a:rPr dirty="0" sz="700" spc="190">
                <a:solidFill>
                  <a:srgbClr val="39536E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sistem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4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650" spc="50" b="1">
                <a:solidFill>
                  <a:srgbClr val="887F67"/>
                </a:solidFill>
                <a:latin typeface="Arial"/>
                <a:cs typeface="Arial"/>
              </a:rPr>
              <a:t>.i</a:t>
            </a:r>
            <a:r>
              <a:rPr dirty="0" sz="650" spc="50" b="1">
                <a:solidFill>
                  <a:srgbClr val="4E4952"/>
                </a:solidFill>
                <a:latin typeface="Arial"/>
                <a:cs typeface="Arial"/>
              </a:rPr>
              <a:t>l</a:t>
            </a:r>
            <a:endParaRPr sz="650">
              <a:latin typeface="Arial"/>
              <a:cs typeface="Arial"/>
            </a:endParaRPr>
          </a:p>
          <a:p>
            <a:pPr marL="40005">
              <a:lnSpc>
                <a:spcPts val="860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90">
                <a:solidFill>
                  <a:srgbClr val="472132"/>
                </a:solidFill>
                <a:latin typeface="Arial"/>
                <a:cs typeface="Arial"/>
              </a:rPr>
              <a:t>t</a:t>
            </a:r>
            <a:r>
              <a:rPr dirty="0" sz="700" spc="-90">
                <a:solidFill>
                  <a:srgbClr val="4B6A83"/>
                </a:solidFill>
                <a:latin typeface="Arial"/>
                <a:cs typeface="Arial"/>
              </a:rPr>
              <a:t>i,µ&lt;J</a:t>
            </a:r>
            <a:r>
              <a:rPr dirty="0" sz="700" spc="-90">
                <a:latin typeface="Arial"/>
                <a:cs typeface="Arial"/>
              </a:rPr>
              <a:t>_</a:t>
            </a:r>
            <a:r>
              <a:rPr dirty="0" sz="700" spc="-9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90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9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90">
                <a:solidFill>
                  <a:srgbClr val="47416F"/>
                </a:solidFill>
                <a:latin typeface="Arial"/>
                <a:cs typeface="Arial"/>
              </a:rPr>
              <a:t>1E</a:t>
            </a:r>
            <a:r>
              <a:rPr dirty="0" sz="700" spc="-90">
                <a:solidFill>
                  <a:srgbClr val="4E4952"/>
                </a:solidFill>
                <a:latin typeface="Arial"/>
                <a:cs typeface="Arial"/>
              </a:rPr>
              <a:t>mia</a:t>
            </a:r>
            <a:r>
              <a:rPr dirty="0" sz="700" spc="-90">
                <a:solidFill>
                  <a:srgbClr val="3C383D"/>
                </a:solidFill>
                <a:latin typeface="Arial"/>
                <a:cs typeface="Arial"/>
              </a:rPr>
              <a:t>�</a:t>
            </a:r>
            <a:r>
              <a:rPr dirty="0" sz="700" spc="-90">
                <a:solidFill>
                  <a:srgbClr val="4E4952"/>
                </a:solidFill>
                <a:latin typeface="Arial"/>
                <a:cs typeface="Arial"/>
              </a:rPr>
              <a:t>r</a:t>
            </a:r>
            <a:r>
              <a:rPr dirty="0" sz="700" spc="75">
                <a:solidFill>
                  <a:srgbClr val="4E4952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.;.rc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h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r{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3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0</a:t>
            </a:r>
            <a:r>
              <a:rPr dirty="0" sz="700" spc="-10">
                <a:solidFill>
                  <a:srgbClr val="67648B"/>
                </a:solidFill>
                <a:latin typeface="Arial"/>
                <a:cs typeface="Arial"/>
              </a:rPr>
              <a:t>.)</a:t>
            </a:r>
            <a:endParaRPr sz="700">
              <a:latin typeface="Arial"/>
              <a:cs typeface="Arial"/>
            </a:endParaRPr>
          </a:p>
          <a:p>
            <a:pPr marL="40005">
              <a:lnSpc>
                <a:spcPts val="825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-30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55">
                <a:solidFill>
                  <a:srgbClr val="3C383D"/>
                </a:solidFill>
                <a:latin typeface="Arial"/>
                <a:cs typeface="Arial"/>
              </a:rPr>
              <a:t>eo.1Ega</a:t>
            </a:r>
            <a:r>
              <a:rPr dirty="0" sz="700" spc="-55">
                <a:solidFill>
                  <a:srgbClr val="8C2655"/>
                </a:solidFill>
                <a:latin typeface="Arial"/>
                <a:cs typeface="Arial"/>
              </a:rPr>
              <a:t>ri</a:t>
            </a:r>
            <a:r>
              <a:rPr dirty="0" sz="700" spc="-55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55">
                <a:solidFill>
                  <a:srgbClr val="A58A74"/>
                </a:solidFill>
                <a:latin typeface="Arial"/>
                <a:cs typeface="Arial"/>
              </a:rPr>
              <a:t>:</a:t>
            </a:r>
            <a:r>
              <a:rPr dirty="0" sz="700" spc="20">
                <a:solidFill>
                  <a:srgbClr val="A58A7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b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oa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l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795"/>
              </a:lnSpc>
            </a:pPr>
            <a:r>
              <a:rPr dirty="0" sz="700">
                <a:solidFill>
                  <a:srgbClr val="755740"/>
                </a:solidFill>
                <a:latin typeface="Arial"/>
                <a:cs typeface="Arial"/>
              </a:rPr>
              <a:t>F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K</a:t>
            </a:r>
            <a:r>
              <a:rPr dirty="0" sz="700" spc="-60">
                <a:solidFill>
                  <a:srgbClr val="542956"/>
                </a:solidFill>
                <a:latin typeface="Arial"/>
                <a:cs typeface="Arial"/>
              </a:rPr>
              <a:t> </a:t>
            </a:r>
            <a:r>
              <a:rPr dirty="0" sz="700" spc="-65">
                <a:solidFill>
                  <a:srgbClr val="755740"/>
                </a:solidFill>
                <a:latin typeface="Arial"/>
                <a:cs typeface="Arial"/>
              </a:rPr>
              <a:t>KI</a:t>
            </a:r>
            <a:r>
              <a:rPr dirty="0" baseline="-18518" sz="450" spc="-97">
                <a:solidFill>
                  <a:srgbClr val="F6BC5D"/>
                </a:solidFill>
                <a:latin typeface="Arial"/>
                <a:cs typeface="Arial"/>
              </a:rPr>
              <a:t>,</a:t>
            </a:r>
            <a:r>
              <a:rPr dirty="0" sz="700" spc="-65">
                <a:solidFill>
                  <a:srgbClr val="90DDFA"/>
                </a:solidFill>
                <a:latin typeface="Arial"/>
                <a:cs typeface="Arial"/>
              </a:rPr>
              <a:t>I</a:t>
            </a:r>
            <a:r>
              <a:rPr dirty="0" baseline="-18518" sz="450" spc="-97">
                <a:latin typeface="Arial"/>
                <a:cs typeface="Arial"/>
              </a:rPr>
              <a:t>_</a:t>
            </a:r>
            <a:r>
              <a:rPr dirty="0" baseline="-18518" sz="450" spc="254"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45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45">
                <a:solidFill>
                  <a:srgbClr val="3C383D"/>
                </a:solidFill>
                <a:latin typeface="Arial"/>
                <a:cs typeface="Arial"/>
              </a:rPr>
              <a:t>s/.</a:t>
            </a:r>
            <a:r>
              <a:rPr dirty="0" sz="700" spc="-45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45">
                <a:solidFill>
                  <a:srgbClr val="4E4952"/>
                </a:solidFill>
                <a:latin typeface="Arial"/>
                <a:cs typeface="Arial"/>
              </a:rPr>
              <a:t>mia</a:t>
            </a:r>
            <a:r>
              <a:rPr dirty="0" baseline="-18518" sz="450" spc="-67">
                <a:solidFill>
                  <a:srgbClr val="F6BC5D"/>
                </a:solidFill>
                <a:latin typeface="Arial"/>
                <a:cs typeface="Arial"/>
              </a:rPr>
              <a:t>,</a:t>
            </a:r>
            <a:r>
              <a:rPr dirty="0" baseline="-18518" sz="450" spc="-67">
                <a:latin typeface="Arial"/>
                <a:cs typeface="Arial"/>
              </a:rPr>
              <a:t>_</a:t>
            </a:r>
            <a:r>
              <a:rPr dirty="0" baseline="-18518" sz="450" spc="247"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887F67"/>
                </a:solidFill>
                <a:latin typeface="Arial"/>
                <a:cs typeface="Arial"/>
              </a:rPr>
              <a:t>ai</a:t>
            </a:r>
            <a:r>
              <a:rPr dirty="0" sz="700" spc="-30">
                <a:solidFill>
                  <a:srgbClr val="3C383D"/>
                </a:solidFill>
                <a:latin typeface="Arial"/>
                <a:cs typeface="Arial"/>
              </a:rPr>
              <a:t>s</a:t>
            </a:r>
            <a:r>
              <a:rPr dirty="0" sz="700" spc="-30">
                <a:solidFill>
                  <a:srgbClr val="47416F"/>
                </a:solidFill>
                <a:latin typeface="Arial"/>
                <a:cs typeface="Arial"/>
              </a:rPr>
              <a:t>u</a:t>
            </a:r>
            <a:r>
              <a:rPr dirty="0" sz="700" spc="-30">
                <a:solidFill>
                  <a:srgbClr val="4E4952"/>
                </a:solidFill>
                <a:latin typeface="Arial"/>
                <a:cs typeface="Arial"/>
              </a:rPr>
              <a:t>mo:s</a:t>
            </a:r>
            <a:r>
              <a:rPr dirty="0" sz="700" spc="-30">
                <a:solidFill>
                  <a:srgbClr val="8C2655"/>
                </a:solidFill>
                <a:latin typeface="Arial"/>
                <a:cs typeface="Arial"/>
              </a:rPr>
              <a:t>:</a:t>
            </a:r>
            <a:r>
              <a:rPr dirty="0" sz="700" spc="-85">
                <a:solidFill>
                  <a:srgbClr val="8C2655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FAFDA3"/>
                </a:solidFill>
                <a:latin typeface="Arial"/>
                <a:cs typeface="Arial"/>
              </a:rPr>
              <a:t>'</a:t>
            </a:r>
            <a:r>
              <a:rPr dirty="0" sz="700" spc="-20">
                <a:solidFill>
                  <a:srgbClr val="55268C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47416F"/>
                </a:solidFill>
                <a:latin typeface="Arial"/>
                <a:cs typeface="Arial"/>
              </a:rPr>
              <a:t>mt</a:t>
            </a:r>
            <a:endParaRPr sz="700">
              <a:latin typeface="Arial"/>
              <a:cs typeface="Arial"/>
            </a:endParaRPr>
          </a:p>
        </p:txBody>
      </p:sp>
      <p:sp>
        <p:nvSpPr>
          <p:cNvPr id="605" name="object 605"/>
          <p:cNvSpPr txBox="1"/>
          <p:nvPr/>
        </p:nvSpPr>
        <p:spPr>
          <a:xfrm>
            <a:off x="16467777" y="9647635"/>
            <a:ext cx="1076960" cy="2432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819"/>
              </a:lnSpc>
              <a:spcBef>
                <a:spcPts val="110"/>
              </a:spcBef>
            </a:pPr>
            <a:r>
              <a:rPr dirty="0" sz="700">
                <a:solidFill>
                  <a:srgbClr val="5D5C5D"/>
                </a:solidFill>
                <a:latin typeface="Arial"/>
                <a:cs typeface="Arial"/>
              </a:rPr>
              <a:t>F</a:t>
            </a:r>
            <a:r>
              <a:rPr dirty="0" sz="700">
                <a:solidFill>
                  <a:srgbClr val="542956"/>
                </a:solidFill>
                <a:latin typeface="Arial"/>
                <a:cs typeface="Arial"/>
              </a:rPr>
              <a:t>K </a:t>
            </a:r>
            <a:r>
              <a:rPr dirty="0" sz="700" spc="-10">
                <a:solidFill>
                  <a:srgbClr val="755740"/>
                </a:solidFill>
                <a:latin typeface="Arial"/>
                <a:cs typeface="Arial"/>
              </a:rPr>
              <a:t>i:l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l_</a:t>
            </a:r>
            <a:r>
              <a:rPr dirty="0" sz="700" spc="-10">
                <a:solidFill>
                  <a:srgbClr val="887F67"/>
                </a:solidFill>
                <a:latin typeface="Arial"/>
                <a:cs typeface="Arial"/>
              </a:rPr>
              <a:t>in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s</a:t>
            </a:r>
            <a:r>
              <a:rPr dirty="0" sz="700" spc="-10">
                <a:solidFill>
                  <a:srgbClr val="39536E"/>
                </a:solidFill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mo::</a:t>
            </a:r>
            <a:r>
              <a:rPr dirty="0" sz="700" spc="-10">
                <a:solidFill>
                  <a:srgbClr val="4E4952"/>
                </a:solidFill>
                <a:latin typeface="Arial"/>
                <a:cs typeface="Arial"/>
              </a:rPr>
              <a:t>\l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4C185A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dla,{30</a:t>
            </a:r>
            <a:r>
              <a:rPr dirty="0" sz="700" spc="-10">
                <a:solidFill>
                  <a:srgbClr val="855C69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ts val="880"/>
              </a:lnSpc>
            </a:pPr>
            <a:r>
              <a:rPr dirty="0" sz="750">
                <a:solidFill>
                  <a:srgbClr val="312D4F"/>
                </a:solidFill>
                <a:latin typeface="Arial"/>
                <a:cs typeface="Arial"/>
              </a:rPr>
              <a:t>+</a:t>
            </a:r>
            <a:r>
              <a:rPr dirty="0" sz="750" spc="15">
                <a:solidFill>
                  <a:srgbClr val="312D4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3C383D"/>
                </a:solidFill>
                <a:latin typeface="Arial"/>
                <a:cs typeface="Arial"/>
              </a:rPr>
              <a:t>ea</a:t>
            </a:r>
            <a:r>
              <a:rPr dirty="0" sz="700" spc="-10">
                <a:solidFill>
                  <a:srgbClr val="5D5C5D"/>
                </a:solidFill>
                <a:latin typeface="Arial"/>
                <a:cs typeface="Arial"/>
              </a:rPr>
              <a:t>nti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_</a:t>
            </a:r>
            <a:r>
              <a:rPr dirty="0" sz="700" spc="-10">
                <a:solidFill>
                  <a:srgbClr val="472132"/>
                </a:solidFill>
                <a:latin typeface="Arial"/>
                <a:cs typeface="Arial"/>
              </a:rPr>
              <a:t>re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q</a:t>
            </a:r>
            <a:r>
              <a:rPr dirty="0" sz="700" spc="-10">
                <a:solidFill>
                  <a:srgbClr val="542956"/>
                </a:solidFill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e</a:t>
            </a:r>
            <a:r>
              <a:rPr dirty="0" sz="700" spc="-10">
                <a:solidFill>
                  <a:srgbClr val="8C2655"/>
                </a:solidFill>
                <a:latin typeface="Arial"/>
                <a:cs typeface="Arial"/>
              </a:rPr>
              <a:t>ri</a:t>
            </a:r>
            <a:r>
              <a:rPr dirty="0" sz="700" spc="-10">
                <a:solidFill>
                  <a:srgbClr val="312D4F"/>
                </a:solidFill>
                <a:latin typeface="Arial"/>
                <a:cs typeface="Arial"/>
              </a:rPr>
              <a:t>d</a:t>
            </a:r>
            <a:r>
              <a:rPr dirty="0" sz="700" spc="-10">
                <a:solidFill>
                  <a:srgbClr val="231C2C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AD5225"/>
                </a:solidFill>
                <a:latin typeface="Arial"/>
                <a:cs typeface="Arial"/>
              </a:rPr>
              <a:t>:</a:t>
            </a:r>
            <a:r>
              <a:rPr dirty="0" sz="700" spc="25">
                <a:solidFill>
                  <a:srgbClr val="AD5225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8C2655"/>
                </a:solidFill>
                <a:latin typeface="Arial"/>
                <a:cs typeface="Arial"/>
              </a:rPr>
              <a:t>i</a:t>
            </a:r>
            <a:r>
              <a:rPr dirty="0" sz="700" spc="-25">
                <a:solidFill>
                  <a:srgbClr val="542956"/>
                </a:solidFill>
                <a:latin typeface="Arial"/>
                <a:cs typeface="Arial"/>
              </a:rPr>
              <a:t>nt</a:t>
            </a:r>
            <a:endParaRPr sz="700">
              <a:latin typeface="Arial"/>
              <a:cs typeface="Arial"/>
            </a:endParaRPr>
          </a:p>
        </p:txBody>
      </p:sp>
      <p:sp>
        <p:nvSpPr>
          <p:cNvPr id="606" name="object 606"/>
          <p:cNvSpPr txBox="1"/>
          <p:nvPr/>
        </p:nvSpPr>
        <p:spPr>
          <a:xfrm>
            <a:off x="19872422" y="9862326"/>
            <a:ext cx="52069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50">
                <a:solidFill>
                  <a:srgbClr val="C8C8C8"/>
                </a:solidFill>
                <a:latin typeface="Times New Roman"/>
                <a:cs typeface="Times New Roman"/>
              </a:rPr>
              <a:t>1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607" name="object 607"/>
          <p:cNvSpPr txBox="1"/>
          <p:nvPr/>
        </p:nvSpPr>
        <p:spPr>
          <a:xfrm>
            <a:off x="19870537" y="9922208"/>
            <a:ext cx="59055" cy="208279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 sz="400" spc="-50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400" spc="-50" b="1">
                <a:solidFill>
                  <a:srgbClr val="C8C8C8"/>
                </a:solidFill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08087"/>
            <a:ext cx="4137218" cy="551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6289" y="4425824"/>
            <a:ext cx="1132622" cy="11339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0305" y="1181335"/>
            <a:ext cx="393271" cy="503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3808" y="1023832"/>
            <a:ext cx="2941672" cy="535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01440" y="4425824"/>
            <a:ext cx="1132622" cy="11339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46598" y="4425824"/>
            <a:ext cx="1132622" cy="113399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24697" y="5818809"/>
            <a:ext cx="3168650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155" b="1">
                <a:solidFill>
                  <a:srgbClr val="E75824"/>
                </a:solidFill>
                <a:latin typeface="Arial"/>
                <a:cs typeface="Arial"/>
              </a:rPr>
              <a:t>Documentación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6534" y="6494076"/>
            <a:ext cx="4747895" cy="140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700" marR="5080">
              <a:lnSpc>
                <a:spcPct val="145400"/>
              </a:lnSpc>
              <a:spcBef>
                <a:spcPts val="125"/>
              </a:spcBef>
            </a:pPr>
            <a:r>
              <a:rPr dirty="0" sz="2050" spc="105">
                <a:solidFill>
                  <a:srgbClr val="201F20"/>
                </a:solidFill>
                <a:latin typeface="Arial"/>
                <a:cs typeface="Arial"/>
              </a:rPr>
              <a:t>Mantener</a:t>
            </a:r>
            <a:r>
              <a:rPr dirty="0" sz="2050" spc="-1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01F20"/>
                </a:solidFill>
                <a:latin typeface="Arial"/>
                <a:cs typeface="Arial"/>
              </a:rPr>
              <a:t>la</a:t>
            </a:r>
            <a:r>
              <a:rPr dirty="0" sz="2050" spc="-18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0"/>
                </a:solidFill>
                <a:latin typeface="Arial"/>
                <a:cs typeface="Arial"/>
              </a:rPr>
              <a:t>coherencia</a:t>
            </a:r>
            <a:r>
              <a:rPr dirty="0" sz="2050" spc="1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01F20"/>
                </a:solidFill>
                <a:latin typeface="Arial"/>
                <a:cs typeface="Arial"/>
              </a:rPr>
              <a:t>y</a:t>
            </a:r>
            <a:r>
              <a:rPr dirty="0" sz="2100" spc="-9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35">
                <a:solidFill>
                  <a:srgbClr val="201F20"/>
                </a:solidFill>
                <a:latin typeface="Arial"/>
                <a:cs typeface="Arial"/>
              </a:rPr>
              <a:t>actualización </a:t>
            </a:r>
            <a:r>
              <a:rPr dirty="0" sz="2050" spc="60">
                <a:solidFill>
                  <a:srgbClr val="201F20"/>
                </a:solidFill>
                <a:latin typeface="Arial"/>
                <a:cs typeface="Arial"/>
              </a:rPr>
              <a:t>constante</a:t>
            </a:r>
            <a:r>
              <a:rPr dirty="0" sz="2050" spc="-6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0"/>
                </a:solidFill>
                <a:latin typeface="Arial"/>
                <a:cs typeface="Arial"/>
              </a:rPr>
              <a:t>de</a:t>
            </a:r>
            <a:r>
              <a:rPr dirty="0" sz="2050" spc="-30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201F20"/>
                </a:solidFill>
                <a:latin typeface="Arial"/>
                <a:cs typeface="Arial"/>
              </a:rPr>
              <a:t>la</a:t>
            </a:r>
            <a:r>
              <a:rPr dirty="0" sz="2050" spc="-17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01F20"/>
                </a:solidFill>
                <a:latin typeface="Arial"/>
                <a:cs typeface="Arial"/>
              </a:rPr>
              <a:t>documentación</a:t>
            </a:r>
            <a:r>
              <a:rPr dirty="0" sz="2050" spc="-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01F20"/>
                </a:solidFill>
                <a:latin typeface="Arial"/>
                <a:cs typeface="Arial"/>
              </a:rPr>
              <a:t>bajo </a:t>
            </a:r>
            <a:r>
              <a:rPr dirty="0" sz="2050" spc="65">
                <a:solidFill>
                  <a:srgbClr val="201F20"/>
                </a:solidFill>
                <a:latin typeface="Arial"/>
                <a:cs typeface="Arial"/>
              </a:rPr>
              <a:t>metodología</a:t>
            </a:r>
            <a:r>
              <a:rPr dirty="0" sz="2050" spc="-8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01F20"/>
                </a:solidFill>
                <a:latin typeface="Arial"/>
                <a:cs typeface="Arial"/>
              </a:rPr>
              <a:t>Scrum.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9387" y="5818809"/>
            <a:ext cx="4023995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90" b="1">
                <a:solidFill>
                  <a:srgbClr val="E75824"/>
                </a:solidFill>
                <a:latin typeface="Arial"/>
                <a:cs typeface="Arial"/>
              </a:rPr>
              <a:t>Plazos</a:t>
            </a:r>
            <a:r>
              <a:rPr dirty="0" sz="3000" spc="240" b="1">
                <a:solidFill>
                  <a:srgbClr val="E75824"/>
                </a:solidFill>
                <a:latin typeface="Arial"/>
                <a:cs typeface="Arial"/>
              </a:rPr>
              <a:t> </a:t>
            </a:r>
            <a:r>
              <a:rPr dirty="0" sz="3000" spc="95" b="1">
                <a:solidFill>
                  <a:srgbClr val="E75824"/>
                </a:solidFill>
                <a:latin typeface="Arial"/>
                <a:cs typeface="Arial"/>
              </a:rPr>
              <a:t>{Timeboxing)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82448" y="6504719"/>
            <a:ext cx="4754880" cy="1395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46200"/>
              </a:lnSpc>
              <a:spcBef>
                <a:spcPts val="100"/>
              </a:spcBef>
            </a:pPr>
            <a:r>
              <a:rPr dirty="0" sz="2050" spc="110">
                <a:solidFill>
                  <a:srgbClr val="201F20"/>
                </a:solidFill>
                <a:latin typeface="Arial"/>
                <a:cs typeface="Arial"/>
              </a:rPr>
              <a:t>Cumplir</a:t>
            </a:r>
            <a:r>
              <a:rPr dirty="0" sz="2050" spc="-12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01F20"/>
                </a:solidFill>
                <a:latin typeface="Arial"/>
                <a:cs typeface="Arial"/>
              </a:rPr>
              <a:t>estrictamente</a:t>
            </a:r>
            <a:r>
              <a:rPr dirty="0" sz="2050" spc="-6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201F20"/>
                </a:solidFill>
                <a:latin typeface="Arial"/>
                <a:cs typeface="Arial"/>
              </a:rPr>
              <a:t>con</a:t>
            </a:r>
            <a:r>
              <a:rPr dirty="0" sz="2050" spc="-24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201F20"/>
                </a:solidFill>
                <a:latin typeface="Arial"/>
                <a:cs typeface="Arial"/>
              </a:rPr>
              <a:t>los</a:t>
            </a:r>
            <a:r>
              <a:rPr dirty="0" sz="2050" spc="-21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01F20"/>
                </a:solidFill>
                <a:latin typeface="Arial"/>
                <a:cs typeface="Arial"/>
              </a:rPr>
              <a:t>tiempos </a:t>
            </a:r>
            <a:r>
              <a:rPr dirty="0" sz="2050" spc="50">
                <a:solidFill>
                  <a:srgbClr val="201F20"/>
                </a:solidFill>
                <a:latin typeface="Arial"/>
                <a:cs typeface="Arial"/>
              </a:rPr>
              <a:t>definidos</a:t>
            </a:r>
            <a:r>
              <a:rPr dirty="0" sz="2050" spc="1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0"/>
                </a:solidFill>
                <a:latin typeface="Arial"/>
                <a:cs typeface="Arial"/>
              </a:rPr>
              <a:t>para</a:t>
            </a:r>
            <a:r>
              <a:rPr dirty="0" sz="2050" spc="-19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01F20"/>
                </a:solidFill>
                <a:latin typeface="Arial"/>
                <a:cs typeface="Arial"/>
              </a:rPr>
              <a:t>cada</a:t>
            </a:r>
            <a:r>
              <a:rPr dirty="0" sz="2050" spc="-12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01F20"/>
                </a:solidFill>
                <a:latin typeface="Arial"/>
                <a:cs typeface="Arial"/>
              </a:rPr>
              <a:t>tarea</a:t>
            </a:r>
            <a:r>
              <a:rPr dirty="0" sz="2050" spc="-13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110">
                <a:solidFill>
                  <a:srgbClr val="201F20"/>
                </a:solidFill>
                <a:latin typeface="Arial"/>
                <a:cs typeface="Arial"/>
              </a:rPr>
              <a:t>dentro</a:t>
            </a:r>
            <a:r>
              <a:rPr dirty="0" sz="2050" spc="-14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0"/>
                </a:solidFill>
                <a:latin typeface="Arial"/>
                <a:cs typeface="Arial"/>
              </a:rPr>
              <a:t>de</a:t>
            </a:r>
            <a:r>
              <a:rPr dirty="0" sz="2050" spc="-22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0"/>
                </a:solidFill>
                <a:latin typeface="Arial"/>
                <a:cs typeface="Arial"/>
              </a:rPr>
              <a:t>los </a:t>
            </a:r>
            <a:r>
              <a:rPr dirty="0" sz="2050" spc="60">
                <a:solidFill>
                  <a:srgbClr val="201F20"/>
                </a:solidFill>
                <a:latin typeface="Arial"/>
                <a:cs typeface="Arial"/>
              </a:rPr>
              <a:t>Sprints.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74347" y="5818809"/>
            <a:ext cx="4224655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4835" algn="l"/>
              </a:tabLst>
            </a:pPr>
            <a:r>
              <a:rPr dirty="0" sz="3000" b="1">
                <a:solidFill>
                  <a:srgbClr val="E75824"/>
                </a:solidFill>
                <a:latin typeface="Arial"/>
                <a:cs typeface="Arial"/>
              </a:rPr>
              <a:t>Curva</a:t>
            </a:r>
            <a:r>
              <a:rPr dirty="0" sz="3000" spc="305" b="1">
                <a:solidFill>
                  <a:srgbClr val="E75824"/>
                </a:solidFill>
                <a:latin typeface="Arial"/>
                <a:cs typeface="Arial"/>
              </a:rPr>
              <a:t> </a:t>
            </a:r>
            <a:r>
              <a:rPr dirty="0" sz="3000" spc="-25" b="1">
                <a:solidFill>
                  <a:srgbClr val="E75824"/>
                </a:solidFill>
                <a:latin typeface="Arial"/>
                <a:cs typeface="Arial"/>
              </a:rPr>
              <a:t>de</a:t>
            </a:r>
            <a:r>
              <a:rPr dirty="0" sz="3000" b="1">
                <a:solidFill>
                  <a:srgbClr val="E75824"/>
                </a:solidFill>
                <a:latin typeface="Arial"/>
                <a:cs typeface="Arial"/>
              </a:rPr>
              <a:t>	</a:t>
            </a:r>
            <a:r>
              <a:rPr dirty="0" sz="3000" spc="120" b="1">
                <a:solidFill>
                  <a:srgbClr val="E75824"/>
                </a:solidFill>
                <a:latin typeface="Arial"/>
                <a:cs typeface="Arial"/>
              </a:rPr>
              <a:t>Aprendizaje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93126" y="6504719"/>
            <a:ext cx="4027170" cy="1397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065" marR="5080" indent="-15875">
              <a:lnSpc>
                <a:spcPct val="145200"/>
              </a:lnSpc>
              <a:spcBef>
                <a:spcPts val="125"/>
              </a:spcBef>
            </a:pPr>
            <a:r>
              <a:rPr dirty="0" sz="2050" spc="65">
                <a:solidFill>
                  <a:srgbClr val="201F20"/>
                </a:solidFill>
                <a:latin typeface="Arial"/>
                <a:cs typeface="Arial"/>
              </a:rPr>
              <a:t>Adaptación</a:t>
            </a:r>
            <a:r>
              <a:rPr dirty="0" sz="2050" spc="-9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01F20"/>
                </a:solidFill>
                <a:latin typeface="Arial"/>
                <a:cs typeface="Arial"/>
              </a:rPr>
              <a:t>del</a:t>
            </a:r>
            <a:r>
              <a:rPr dirty="0" sz="2050" spc="-11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201F20"/>
                </a:solidFill>
                <a:latin typeface="Arial"/>
                <a:cs typeface="Arial"/>
              </a:rPr>
              <a:t>equipo</a:t>
            </a:r>
            <a:r>
              <a:rPr dirty="0" sz="2050" spc="-19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-30">
                <a:solidFill>
                  <a:srgbClr val="201F20"/>
                </a:solidFill>
                <a:latin typeface="Arial"/>
                <a:cs typeface="Arial"/>
              </a:rPr>
              <a:t>a</a:t>
            </a:r>
            <a:r>
              <a:rPr dirty="0" sz="2050" spc="-20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01F20"/>
                </a:solidFill>
                <a:latin typeface="Arial"/>
                <a:cs typeface="Arial"/>
              </a:rPr>
              <a:t>nuevas </a:t>
            </a:r>
            <a:r>
              <a:rPr dirty="0" sz="2050" spc="55">
                <a:solidFill>
                  <a:srgbClr val="201F20"/>
                </a:solidFill>
                <a:latin typeface="Arial"/>
                <a:cs typeface="Arial"/>
              </a:rPr>
              <a:t>herramientas</a:t>
            </a:r>
            <a:r>
              <a:rPr dirty="0" sz="2050" spc="19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201F20"/>
                </a:solidFill>
                <a:latin typeface="Arial"/>
                <a:cs typeface="Arial"/>
              </a:rPr>
              <a:t>de</a:t>
            </a:r>
            <a:r>
              <a:rPr dirty="0" sz="2050" spc="-27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01F20"/>
                </a:solidFill>
                <a:latin typeface="Arial"/>
                <a:cs typeface="Arial"/>
              </a:rPr>
              <a:t>despliegue</a:t>
            </a:r>
            <a:r>
              <a:rPr dirty="0" sz="2050" spc="4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35">
                <a:solidFill>
                  <a:srgbClr val="201F20"/>
                </a:solidFill>
                <a:latin typeface="Arial"/>
                <a:cs typeface="Arial"/>
              </a:rPr>
              <a:t>(App </a:t>
            </a:r>
            <a:r>
              <a:rPr dirty="0" sz="2050">
                <a:solidFill>
                  <a:srgbClr val="201F20"/>
                </a:solidFill>
                <a:latin typeface="Arial"/>
                <a:cs typeface="Arial"/>
              </a:rPr>
              <a:t>Services)</a:t>
            </a:r>
            <a:r>
              <a:rPr dirty="0" sz="2050" spc="-145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01F20"/>
                </a:solidFill>
                <a:latin typeface="Arial"/>
                <a:cs typeface="Arial"/>
              </a:rPr>
              <a:t>y</a:t>
            </a:r>
            <a:r>
              <a:rPr dirty="0" sz="2100" spc="-160">
                <a:solidFill>
                  <a:srgbClr val="201F20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201F20"/>
                </a:solidFill>
                <a:latin typeface="Arial"/>
                <a:cs typeface="Arial"/>
              </a:rPr>
              <a:t>CI</a:t>
            </a:r>
            <a:r>
              <a:rPr dirty="0" sz="2050" spc="100">
                <a:solidFill>
                  <a:srgbClr val="393633"/>
                </a:solidFill>
                <a:latin typeface="Arial"/>
                <a:cs typeface="Arial"/>
              </a:rPr>
              <a:t>/</a:t>
            </a:r>
            <a:r>
              <a:rPr dirty="0" sz="2050" spc="100">
                <a:solidFill>
                  <a:srgbClr val="201F20"/>
                </a:solidFill>
                <a:latin typeface="Arial"/>
                <a:cs typeface="Arial"/>
              </a:rPr>
              <a:t>CD</a:t>
            </a:r>
            <a:r>
              <a:rPr dirty="0" sz="2050" spc="100">
                <a:solidFill>
                  <a:srgbClr val="393633"/>
                </a:solidFill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39586"/>
            <a:ext cx="3806870" cy="519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5688" y="1039586"/>
            <a:ext cx="4341719" cy="645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36436" y="4551824"/>
            <a:ext cx="1258469" cy="110249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75313" y="889956"/>
            <a:ext cx="0" cy="827405"/>
          </a:xfrm>
          <a:custGeom>
            <a:avLst/>
            <a:gdLst/>
            <a:ahLst/>
            <a:cxnLst/>
            <a:rect l="l" t="t" r="r" b="b"/>
            <a:pathLst>
              <a:path w="0" h="827405">
                <a:moveTo>
                  <a:pt x="0" y="826872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3675" y="4767499"/>
            <a:ext cx="326517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950" spc="204">
                <a:solidFill>
                  <a:srgbClr val="E85824"/>
                </a:solidFill>
              </a:rPr>
              <a:t>Impacto</a:t>
            </a:r>
            <a:r>
              <a:rPr dirty="0" sz="2950" spc="180">
                <a:solidFill>
                  <a:srgbClr val="E85824"/>
                </a:solidFill>
              </a:rPr>
              <a:t> </a:t>
            </a:r>
            <a:r>
              <a:rPr dirty="0" sz="2950" spc="80">
                <a:solidFill>
                  <a:srgbClr val="E85824"/>
                </a:solidFill>
              </a:rPr>
              <a:t>D</a:t>
            </a:r>
            <a:r>
              <a:rPr dirty="0" sz="2950" spc="-600">
                <a:solidFill>
                  <a:srgbClr val="E85824"/>
                </a:solidFill>
              </a:rPr>
              <a:t>i</a:t>
            </a:r>
            <a:r>
              <a:rPr dirty="0" baseline="34391" sz="3150" spc="22" b="0">
                <a:solidFill>
                  <a:srgbClr val="E85824"/>
                </a:solidFill>
                <a:latin typeface="Arial"/>
                <a:cs typeface="Arial"/>
              </a:rPr>
              <a:t>•</a:t>
            </a:r>
            <a:r>
              <a:rPr dirty="0" sz="2950" spc="80">
                <a:solidFill>
                  <a:srgbClr val="E85824"/>
                </a:solidFill>
              </a:rPr>
              <a:t>recto</a:t>
            </a:r>
            <a:endParaRPr sz="2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871" y="5519559"/>
            <a:ext cx="8611235" cy="2018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95"/>
              </a:spcBef>
              <a:buClr>
                <a:srgbClr val="E85824"/>
              </a:buClr>
              <a:buFont typeface="Arial"/>
              <a:buChar char="•"/>
              <a:tabLst>
                <a:tab pos="314960" algn="l"/>
                <a:tab pos="821690" algn="l"/>
              </a:tabLst>
            </a:pPr>
            <a:r>
              <a:rPr dirty="0" sz="2950" spc="155" b="1">
                <a:solidFill>
                  <a:srgbClr val="D82621"/>
                </a:solidFill>
                <a:latin typeface="Arial"/>
                <a:cs typeface="Arial"/>
              </a:rPr>
              <a:t>O</a:t>
            </a:r>
            <a:r>
              <a:rPr dirty="0" sz="2950" b="1">
                <a:solidFill>
                  <a:srgbClr val="D82621"/>
                </a:solidFill>
                <a:latin typeface="Arial"/>
                <a:cs typeface="Arial"/>
              </a:rPr>
              <a:t>	</a:t>
            </a:r>
            <a:r>
              <a:rPr dirty="0" sz="2050" spc="70">
                <a:solidFill>
                  <a:srgbClr val="1E1E21"/>
                </a:solidFill>
                <a:latin typeface="Arial"/>
                <a:cs typeface="Arial"/>
              </a:rPr>
              <a:t>Eficiencia</a:t>
            </a:r>
            <a:r>
              <a:rPr dirty="0" sz="2050" spc="-8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105">
                <a:solidFill>
                  <a:srgbClr val="1E1E21"/>
                </a:solidFill>
                <a:latin typeface="Arial"/>
                <a:cs typeface="Arial"/>
              </a:rPr>
              <a:t>Operativa:</a:t>
            </a:r>
            <a:r>
              <a:rPr dirty="0" sz="2050" spc="-4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Reducción</a:t>
            </a:r>
            <a:r>
              <a:rPr dirty="0" sz="2050" spc="-4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E21"/>
                </a:solidFill>
                <a:latin typeface="Arial"/>
                <a:cs typeface="Arial"/>
              </a:rPr>
              <a:t>de</a:t>
            </a:r>
            <a:r>
              <a:rPr dirty="0" sz="2050" spc="-23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1E1E21"/>
                </a:solidFill>
                <a:latin typeface="Arial"/>
                <a:cs typeface="Arial"/>
              </a:rPr>
              <a:t>tiempos</a:t>
            </a:r>
            <a:r>
              <a:rPr dirty="0" sz="2050" spc="-4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1E1E21"/>
                </a:solidFill>
                <a:latin typeface="Arial"/>
                <a:cs typeface="Arial"/>
              </a:rPr>
              <a:t>administrativos.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E85824"/>
              </a:buClr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marL="314960" indent="-302260">
              <a:lnSpc>
                <a:spcPct val="100000"/>
              </a:lnSpc>
              <a:spcBef>
                <a:spcPts val="5"/>
              </a:spcBef>
              <a:buClr>
                <a:srgbClr val="E85824"/>
              </a:buClr>
              <a:buFont typeface="Arial"/>
              <a:buChar char="•"/>
              <a:tabLst>
                <a:tab pos="314960" algn="l"/>
                <a:tab pos="823594" algn="l"/>
              </a:tabLst>
            </a:pPr>
            <a:r>
              <a:rPr dirty="0" sz="2950" spc="225" b="1">
                <a:solidFill>
                  <a:srgbClr val="D82621"/>
                </a:solidFill>
                <a:latin typeface="Arial"/>
                <a:cs typeface="Arial"/>
              </a:rPr>
              <a:t>O</a:t>
            </a:r>
            <a:r>
              <a:rPr dirty="0" sz="2950" b="1">
                <a:solidFill>
                  <a:srgbClr val="D82621"/>
                </a:solidFill>
                <a:latin typeface="Arial"/>
                <a:cs typeface="Arial"/>
              </a:rPr>
              <a:t>	</a:t>
            </a:r>
            <a:r>
              <a:rPr dirty="0" sz="2200" spc="-65" b="1">
                <a:solidFill>
                  <a:srgbClr val="1E1E21"/>
                </a:solidFill>
                <a:latin typeface="Arial"/>
                <a:cs typeface="Arial"/>
              </a:rPr>
              <a:t>Integridad</a:t>
            </a:r>
            <a:r>
              <a:rPr dirty="0" sz="2200" spc="-125" b="1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1E1E21"/>
                </a:solidFill>
                <a:latin typeface="Arial"/>
                <a:cs typeface="Arial"/>
              </a:rPr>
              <a:t>de</a:t>
            </a:r>
            <a:r>
              <a:rPr dirty="0" sz="2200" spc="-215" b="1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1E1E21"/>
                </a:solidFill>
                <a:latin typeface="Arial"/>
                <a:cs typeface="Arial"/>
              </a:rPr>
              <a:t>Datos:</a:t>
            </a:r>
            <a:r>
              <a:rPr dirty="0" sz="2200" spc="-280" b="1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1E1E21"/>
                </a:solidFill>
                <a:latin typeface="Arial"/>
                <a:cs typeface="Arial"/>
              </a:rPr>
              <a:t>Eliminación</a:t>
            </a:r>
            <a:r>
              <a:rPr dirty="0" sz="2050" spc="-14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1E1E21"/>
                </a:solidFill>
                <a:latin typeface="Arial"/>
                <a:cs typeface="Arial"/>
              </a:rPr>
              <a:t>de</a:t>
            </a:r>
            <a:r>
              <a:rPr dirty="0" sz="2050" spc="-32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1E1E21"/>
                </a:solidFill>
                <a:latin typeface="Arial"/>
                <a:cs typeface="Arial"/>
              </a:rPr>
              <a:t>errores</a:t>
            </a:r>
            <a:r>
              <a:rPr dirty="0" sz="2050" spc="-10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1E1E21"/>
                </a:solidFill>
                <a:latin typeface="Arial"/>
                <a:cs typeface="Arial"/>
              </a:rPr>
              <a:t>por</a:t>
            </a:r>
            <a:r>
              <a:rPr dirty="0" sz="2050" spc="-1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E21"/>
                </a:solidFill>
                <a:latin typeface="Arial"/>
                <a:cs typeface="Arial"/>
              </a:rPr>
              <a:t>ingreso</a:t>
            </a:r>
            <a:r>
              <a:rPr dirty="0" sz="2050" spc="-16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E1E21"/>
                </a:solidFill>
                <a:latin typeface="Arial"/>
                <a:cs typeface="Arial"/>
              </a:rPr>
              <a:t>manual.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E85824"/>
              </a:buClr>
              <a:buFont typeface="Arial"/>
              <a:buChar char="•"/>
            </a:pPr>
            <a:endParaRPr sz="2050">
              <a:latin typeface="Arial"/>
              <a:cs typeface="Arial"/>
            </a:endParaRPr>
          </a:p>
          <a:p>
            <a:pPr marL="314960" indent="-294640">
              <a:lnSpc>
                <a:spcPct val="100000"/>
              </a:lnSpc>
              <a:spcBef>
                <a:spcPts val="5"/>
              </a:spcBef>
              <a:buClr>
                <a:srgbClr val="E85824"/>
              </a:buClr>
              <a:buFont typeface="Arial"/>
              <a:buChar char="•"/>
              <a:tabLst>
                <a:tab pos="314960" algn="l"/>
                <a:tab pos="816610" algn="l"/>
              </a:tabLst>
            </a:pPr>
            <a:r>
              <a:rPr dirty="0" sz="2950" spc="110" b="1">
                <a:solidFill>
                  <a:srgbClr val="D82621"/>
                </a:solidFill>
                <a:latin typeface="Arial"/>
                <a:cs typeface="Arial"/>
              </a:rPr>
              <a:t>O</a:t>
            </a:r>
            <a:r>
              <a:rPr dirty="0" sz="2950" b="1">
                <a:solidFill>
                  <a:srgbClr val="D82621"/>
                </a:solidFill>
                <a:latin typeface="Arial"/>
                <a:cs typeface="Arial"/>
              </a:rPr>
              <a:t>	</a:t>
            </a:r>
            <a:r>
              <a:rPr dirty="0" sz="2200" spc="-105" b="1">
                <a:solidFill>
                  <a:srgbClr val="1E1E21"/>
                </a:solidFill>
                <a:latin typeface="Arial"/>
                <a:cs typeface="Arial"/>
              </a:rPr>
              <a:t>Satisfacción:</a:t>
            </a:r>
            <a:r>
              <a:rPr dirty="0" sz="2200" spc="90" b="1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110">
                <a:solidFill>
                  <a:srgbClr val="1E1E21"/>
                </a:solidFill>
                <a:latin typeface="Arial"/>
                <a:cs typeface="Arial"/>
              </a:rPr>
              <a:t>Mejora</a:t>
            </a:r>
            <a:r>
              <a:rPr dirty="0" sz="2050" spc="-3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E21"/>
                </a:solidFill>
                <a:latin typeface="Arial"/>
                <a:cs typeface="Arial"/>
              </a:rPr>
              <a:t>en</a:t>
            </a:r>
            <a:r>
              <a:rPr dirty="0" sz="2050" spc="-19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la</a:t>
            </a:r>
            <a:r>
              <a:rPr dirty="0" sz="2050" spc="-8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percepción</a:t>
            </a:r>
            <a:r>
              <a:rPr dirty="0" sz="2050" spc="-6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E21"/>
                </a:solidFill>
                <a:latin typeface="Arial"/>
                <a:cs typeface="Arial"/>
              </a:rPr>
              <a:t>del</a:t>
            </a:r>
            <a:r>
              <a:rPr dirty="0" sz="2050" spc="-5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1E1E21"/>
                </a:solidFill>
                <a:latin typeface="Arial"/>
                <a:cs typeface="Arial"/>
              </a:rPr>
              <a:t>cliente</a:t>
            </a:r>
            <a:r>
              <a:rPr dirty="0" sz="2050" spc="-12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E1E21"/>
                </a:solidFill>
                <a:latin typeface="Arial"/>
                <a:cs typeface="Arial"/>
              </a:rPr>
              <a:t>final.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16800" y="6484244"/>
            <a:ext cx="7086600" cy="18573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25"/>
              </a:spcBef>
            </a:pPr>
            <a:r>
              <a:rPr dirty="0" sz="2950" spc="150" b="1">
                <a:solidFill>
                  <a:srgbClr val="E85824"/>
                </a:solidFill>
                <a:latin typeface="Arial"/>
                <a:cs typeface="Arial"/>
              </a:rPr>
              <a:t>Transformación</a:t>
            </a:r>
            <a:r>
              <a:rPr dirty="0" sz="2950" spc="50" b="1">
                <a:solidFill>
                  <a:srgbClr val="E85824"/>
                </a:solidFill>
                <a:latin typeface="Arial"/>
                <a:cs typeface="Arial"/>
              </a:rPr>
              <a:t> </a:t>
            </a:r>
            <a:r>
              <a:rPr dirty="0" sz="2950" spc="150" b="1">
                <a:solidFill>
                  <a:srgbClr val="E85824"/>
                </a:solidFill>
                <a:latin typeface="Arial"/>
                <a:cs typeface="Arial"/>
              </a:rPr>
              <a:t>Digital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950">
              <a:latin typeface="Arial"/>
              <a:cs typeface="Arial"/>
            </a:endParaRPr>
          </a:p>
          <a:p>
            <a:pPr algn="ctr" marL="12065" marR="5080">
              <a:lnSpc>
                <a:spcPct val="146200"/>
              </a:lnSpc>
            </a:pPr>
            <a:r>
              <a:rPr dirty="0" sz="2050" spc="130">
                <a:solidFill>
                  <a:srgbClr val="1E1E21"/>
                </a:solidFill>
                <a:latin typeface="Arial"/>
                <a:cs typeface="Arial"/>
              </a:rPr>
              <a:t>Optiñre</a:t>
            </a:r>
            <a:r>
              <a:rPr dirty="0" sz="2050" spc="-12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ahora</a:t>
            </a:r>
            <a:r>
              <a:rPr dirty="0" sz="2050" spc="-8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cuenta</a:t>
            </a:r>
            <a:r>
              <a:rPr dirty="0" sz="2050" spc="-4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1E1E21"/>
                </a:solidFill>
                <a:latin typeface="Arial"/>
                <a:cs typeface="Arial"/>
              </a:rPr>
              <a:t>con</a:t>
            </a:r>
            <a:r>
              <a:rPr dirty="0" sz="2050" spc="-17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una</a:t>
            </a:r>
            <a:r>
              <a:rPr dirty="0" sz="2050" spc="-10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E1E21"/>
                </a:solidFill>
                <a:latin typeface="Arial"/>
                <a:cs typeface="Arial"/>
              </a:rPr>
              <a:t>base</a:t>
            </a:r>
            <a:r>
              <a:rPr dirty="0" sz="2050" spc="-16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E1E21"/>
                </a:solidFill>
                <a:latin typeface="Arial"/>
                <a:cs typeface="Arial"/>
              </a:rPr>
              <a:t>tecnológica</a:t>
            </a:r>
            <a:r>
              <a:rPr dirty="0" sz="2050" spc="3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1E1E21"/>
                </a:solidFill>
                <a:latin typeface="Arial"/>
                <a:cs typeface="Arial"/>
              </a:rPr>
              <a:t>sólida</a:t>
            </a:r>
            <a:r>
              <a:rPr dirty="0" sz="2050" spc="-60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1E1E21"/>
                </a:solidFill>
                <a:latin typeface="Arial"/>
                <a:cs typeface="Arial"/>
              </a:rPr>
              <a:t>para </a:t>
            </a:r>
            <a:r>
              <a:rPr dirty="0" sz="2050">
                <a:solidFill>
                  <a:srgbClr val="1E1E21"/>
                </a:solidFill>
                <a:latin typeface="Arial"/>
                <a:cs typeface="Arial"/>
              </a:rPr>
              <a:t>escalar</a:t>
            </a:r>
            <a:r>
              <a:rPr dirty="0" sz="2050" spc="-4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1E1E21"/>
                </a:solidFill>
                <a:latin typeface="Arial"/>
                <a:cs typeface="Arial"/>
              </a:rPr>
              <a:t>sus</a:t>
            </a:r>
            <a:r>
              <a:rPr dirty="0" sz="2050" spc="-125">
                <a:solidFill>
                  <a:srgbClr val="1E1E21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E1E21"/>
                </a:solidFill>
                <a:latin typeface="Arial"/>
                <a:cs typeface="Arial"/>
              </a:rPr>
              <a:t>operaciones.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9656" y="2472827"/>
            <a:ext cx="1085429" cy="1165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6663" y="2472827"/>
            <a:ext cx="3366406" cy="11654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21721" y="2488581"/>
            <a:ext cx="330348" cy="11182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14992" y="2472827"/>
            <a:ext cx="2218052" cy="11654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411077" y="4271375"/>
            <a:ext cx="7493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solidFill>
                  <a:srgbClr val="777473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934992" y="4420999"/>
            <a:ext cx="4177665" cy="4603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1090" algn="l"/>
                <a:tab pos="1865630" algn="l"/>
              </a:tabLst>
            </a:pPr>
            <a:r>
              <a:rPr dirty="0" sz="2850" spc="30" b="0">
                <a:solidFill>
                  <a:srgbClr val="636464"/>
                </a:solidFill>
                <a:latin typeface="Arial"/>
                <a:cs typeface="Arial"/>
              </a:rPr>
              <a:t>POR</a:t>
            </a:r>
            <a:r>
              <a:rPr dirty="0" sz="2850" b="0">
                <a:solidFill>
                  <a:srgbClr val="636464"/>
                </a:solidFill>
                <a:latin typeface="Arial"/>
                <a:cs typeface="Arial"/>
              </a:rPr>
              <a:t>	</a:t>
            </a:r>
            <a:r>
              <a:rPr dirty="0" sz="2850" spc="150" b="0">
                <a:solidFill>
                  <a:srgbClr val="636464"/>
                </a:solidFill>
                <a:latin typeface="Arial"/>
                <a:cs typeface="Arial"/>
              </a:rPr>
              <a:t>SU</a:t>
            </a:r>
            <a:r>
              <a:rPr dirty="0" sz="2850" b="0">
                <a:solidFill>
                  <a:srgbClr val="636464"/>
                </a:solidFill>
                <a:latin typeface="Arial"/>
                <a:cs typeface="Arial"/>
              </a:rPr>
              <a:t>	</a:t>
            </a:r>
            <a:r>
              <a:rPr dirty="0" sz="2850" spc="385" b="0">
                <a:solidFill>
                  <a:srgbClr val="636464"/>
                </a:solidFill>
                <a:latin typeface="Arial"/>
                <a:cs typeface="Arial"/>
              </a:rPr>
              <a:t>ATENCION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4423" y="6850430"/>
            <a:ext cx="283146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sng" sz="2550" spc="280" b="1">
                <a:solidFill>
                  <a:srgbClr val="E35A29"/>
                </a:solidFill>
                <a:uFill>
                  <a:solidFill>
                    <a:srgbClr val="E35A29"/>
                  </a:solidFill>
                </a:uFill>
                <a:latin typeface="Arial"/>
                <a:cs typeface="Arial"/>
              </a:rPr>
              <a:t>P</a:t>
            </a:r>
            <a:r>
              <a:rPr dirty="0" u="none" sz="2550" spc="280" b="1">
                <a:solidFill>
                  <a:srgbClr val="E35A29"/>
                </a:solidFill>
                <a:latin typeface="Arial"/>
                <a:cs typeface="Arial"/>
              </a:rPr>
              <a:t>I</a:t>
            </a:r>
            <a:r>
              <a:rPr dirty="0" u="none" sz="2550" spc="425" b="1">
                <a:solidFill>
                  <a:srgbClr val="E35A29"/>
                </a:solidFill>
                <a:latin typeface="Arial"/>
                <a:cs typeface="Arial"/>
              </a:rPr>
              <a:t> </a:t>
            </a:r>
            <a:r>
              <a:rPr dirty="0" u="none" sz="1900" spc="-10">
                <a:solidFill>
                  <a:srgbClr val="1D1B1B"/>
                </a:solidFill>
                <a:latin typeface="Arial"/>
                <a:cs typeface="Arial"/>
                <a:hlinkClick r:id="rId6"/>
              </a:rPr>
              <a:t>eontaeto@optifire.el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3279" y="7385929"/>
            <a:ext cx="412115" cy="977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3391" sz="2850" spc="-660" b="1" i="1">
                <a:solidFill>
                  <a:srgbClr val="E35A29"/>
                </a:solidFill>
                <a:latin typeface="Arial"/>
                <a:cs typeface="Arial"/>
              </a:rPr>
              <a:t>\</a:t>
            </a:r>
            <a:r>
              <a:rPr dirty="0" sz="1950" spc="-114" i="1">
                <a:solidFill>
                  <a:srgbClr val="E35A29"/>
                </a:solidFill>
                <a:latin typeface="Arial"/>
                <a:cs typeface="Arial"/>
              </a:rPr>
              <a:t>i</a:t>
            </a:r>
            <a:r>
              <a:rPr dirty="0" sz="1950" spc="-1265" i="1">
                <a:solidFill>
                  <a:srgbClr val="E35A29"/>
                </a:solidFill>
                <a:latin typeface="Arial"/>
                <a:cs typeface="Arial"/>
              </a:rPr>
              <a:t>&amp;</a:t>
            </a:r>
            <a:r>
              <a:rPr dirty="0" baseline="-23391" sz="2850" spc="-772" b="1" i="1">
                <a:solidFill>
                  <a:srgbClr val="E35A29"/>
                </a:solidFill>
                <a:latin typeface="Arial"/>
                <a:cs typeface="Arial"/>
              </a:rPr>
              <a:t>1</a:t>
            </a:r>
            <a:r>
              <a:rPr dirty="0" sz="1950" spc="-114" i="1">
                <a:solidFill>
                  <a:srgbClr val="E35A29"/>
                </a:solidFill>
                <a:latin typeface="Arial"/>
                <a:cs typeface="Arial"/>
              </a:rPr>
              <a:t>"</a:t>
            </a:r>
            <a:r>
              <a:rPr dirty="0" sz="1950" spc="-630" i="1">
                <a:solidFill>
                  <a:srgbClr val="E35A29"/>
                </a:solidFill>
                <a:latin typeface="Arial"/>
                <a:cs typeface="Arial"/>
              </a:rPr>
              <a:t>t</a:t>
            </a:r>
            <a:r>
              <a:rPr dirty="0" baseline="-23391" sz="2850" spc="-1327" b="1" i="1">
                <a:solidFill>
                  <a:srgbClr val="E35A29"/>
                </a:solidFill>
                <a:latin typeface="Arial"/>
                <a:cs typeface="Arial"/>
              </a:rPr>
              <a:t>1</a:t>
            </a:r>
            <a:r>
              <a:rPr dirty="0" sz="1950" spc="-114" i="1">
                <a:solidFill>
                  <a:srgbClr val="E35A29"/>
                </a:solidFill>
                <a:latin typeface="Arial"/>
                <a:cs typeface="Arial"/>
              </a:rPr>
              <a:t>..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sz="1950" spc="-25" b="1">
                <a:solidFill>
                  <a:srgbClr val="E35A29"/>
                </a:solidFill>
                <a:latin typeface="Arial"/>
                <a:cs typeface="Arial"/>
              </a:rPr>
              <a:t>1m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8994" y="7496178"/>
            <a:ext cx="1751330" cy="8648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90"/>
              </a:spcBef>
            </a:pPr>
            <a:r>
              <a:rPr dirty="0" sz="1900" spc="5">
                <a:solidFill>
                  <a:srgbClr val="1D1B1B"/>
                </a:solidFill>
                <a:latin typeface="Arial"/>
                <a:cs typeface="Arial"/>
                <a:hlinkClick r:id="rId7"/>
              </a:rPr>
              <a:t>www.opt</a:t>
            </a:r>
            <a:r>
              <a:rPr dirty="0" sz="1900" spc="-560">
                <a:solidFill>
                  <a:srgbClr val="1D1B1B"/>
                </a:solidFill>
                <a:latin typeface="Arial"/>
                <a:cs typeface="Arial"/>
                <a:hlinkClick r:id="rId7"/>
              </a:rPr>
              <a:t>1</a:t>
            </a:r>
            <a:r>
              <a:rPr dirty="0" baseline="23391" sz="2850" spc="7">
                <a:solidFill>
                  <a:srgbClr val="1D1B1B"/>
                </a:solidFill>
                <a:latin typeface="Arial"/>
                <a:cs typeface="Arial"/>
                <a:hlinkClick r:id="rId7"/>
              </a:rPr>
              <a:t>ºf</a:t>
            </a:r>
            <a:r>
              <a:rPr dirty="0" baseline="23391" sz="2850" spc="-60">
                <a:solidFill>
                  <a:srgbClr val="1D1B1B"/>
                </a:solidFill>
                <a:latin typeface="Arial"/>
                <a:cs typeface="Arial"/>
                <a:hlinkClick r:id="rId7"/>
              </a:rPr>
              <a:t>i</a:t>
            </a:r>
            <a:r>
              <a:rPr dirty="0" sz="1900" spc="5">
                <a:solidFill>
                  <a:srgbClr val="1D1B1B"/>
                </a:solidFill>
                <a:latin typeface="Arial"/>
                <a:cs typeface="Arial"/>
                <a:hlinkClick r:id="rId7"/>
              </a:rPr>
              <a:t>re.</a:t>
            </a:r>
            <a:r>
              <a:rPr dirty="0" sz="1900" spc="-470">
                <a:solidFill>
                  <a:srgbClr val="1D1B1B"/>
                </a:solidFill>
                <a:latin typeface="Arial"/>
                <a:cs typeface="Arial"/>
                <a:hlinkClick r:id="rId7"/>
              </a:rPr>
              <a:t>e</a:t>
            </a:r>
            <a:r>
              <a:rPr dirty="0" baseline="24691" sz="2700" spc="15">
                <a:solidFill>
                  <a:srgbClr val="1D1B1B"/>
                </a:solidFill>
                <a:latin typeface="Arial"/>
                <a:cs typeface="Arial"/>
                <a:hlinkClick r:id="rId7"/>
              </a:rPr>
              <a:t>1</a:t>
            </a:r>
            <a:endParaRPr baseline="24691" sz="2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60"/>
              </a:spcBef>
            </a:pPr>
            <a:r>
              <a:rPr dirty="0" sz="1900" spc="120">
                <a:solidFill>
                  <a:srgbClr val="1D1B1B"/>
                </a:solidFill>
                <a:latin typeface="Arial"/>
                <a:cs typeface="Arial"/>
              </a:rPr>
              <a:t>Optifire</a:t>
            </a:r>
            <a:r>
              <a:rPr dirty="0" sz="1900" spc="-110">
                <a:solidFill>
                  <a:srgbClr val="1D1B1B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1D1B1B"/>
                </a:solidFill>
                <a:latin typeface="Arial"/>
                <a:cs typeface="Arial"/>
              </a:rPr>
              <a:t>Ltda.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978" y="1181335"/>
            <a:ext cx="409002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4316" y="4646324"/>
            <a:ext cx="1384316" cy="803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4664" y="6284320"/>
            <a:ext cx="440464" cy="78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2970" y="6457569"/>
            <a:ext cx="597773" cy="283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96706" y="6536318"/>
            <a:ext cx="361810" cy="787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2855" y="7229317"/>
            <a:ext cx="1148353" cy="56699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83178" y="882081"/>
            <a:ext cx="0" cy="835025"/>
          </a:xfrm>
          <a:custGeom>
            <a:avLst/>
            <a:gdLst/>
            <a:ahLst/>
            <a:cxnLst/>
            <a:rect l="l" t="t" r="r" b="b"/>
            <a:pathLst>
              <a:path w="0" h="835025">
                <a:moveTo>
                  <a:pt x="0" y="83474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21392" y="5685819"/>
            <a:ext cx="17870805" cy="0"/>
          </a:xfrm>
          <a:custGeom>
            <a:avLst/>
            <a:gdLst/>
            <a:ahLst/>
            <a:cxnLst/>
            <a:rect l="l" t="t" r="r" b="b"/>
            <a:pathLst>
              <a:path w="17870805" h="0">
                <a:moveTo>
                  <a:pt x="0" y="0"/>
                </a:moveTo>
                <a:lnTo>
                  <a:pt x="1787025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21392" y="6993066"/>
            <a:ext cx="17870805" cy="0"/>
          </a:xfrm>
          <a:custGeom>
            <a:avLst/>
            <a:gdLst/>
            <a:ahLst/>
            <a:cxnLst/>
            <a:rect l="l" t="t" r="r" b="b"/>
            <a:pathLst>
              <a:path w="17870805" h="0">
                <a:moveTo>
                  <a:pt x="0" y="0"/>
                </a:moveTo>
                <a:lnTo>
                  <a:pt x="17870259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346572" y="963887"/>
            <a:ext cx="517652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781175" algn="l"/>
                <a:tab pos="2392680" algn="l"/>
              </a:tabLst>
            </a:pPr>
            <a:r>
              <a:rPr dirty="0" spc="70">
                <a:solidFill>
                  <a:srgbClr val="D82720"/>
                </a:solidFill>
              </a:rPr>
              <a:t>lma</a:t>
            </a:r>
            <a:r>
              <a:rPr dirty="0">
                <a:solidFill>
                  <a:srgbClr val="D82720"/>
                </a:solidFill>
              </a:rPr>
              <a:t>	</a:t>
            </a:r>
            <a:r>
              <a:rPr dirty="0" spc="45">
                <a:solidFill>
                  <a:srgbClr val="D82720"/>
                </a:solidFill>
              </a:rPr>
              <a:t>e</a:t>
            </a:r>
            <a:r>
              <a:rPr dirty="0">
                <a:solidFill>
                  <a:srgbClr val="D82720"/>
                </a:solidFill>
              </a:rPr>
              <a:t>	</a:t>
            </a:r>
            <a:r>
              <a:rPr dirty="0" spc="585">
                <a:solidFill>
                  <a:srgbClr val="D82720"/>
                </a:solidFill>
              </a:rPr>
              <a:t>Sources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21715" y="4528826"/>
            <a:ext cx="5873750" cy="882650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170"/>
              </a:spcBef>
            </a:pPr>
            <a:r>
              <a:rPr dirty="0" sz="1550">
                <a:solidFill>
                  <a:srgbClr val="373639"/>
                </a:solidFill>
                <a:latin typeface="Arial"/>
                <a:cs typeface="Arial"/>
                <a:hlinkClick r:id="rId8"/>
              </a:rPr>
              <a:t>https://qtecfire.com.au/wp-</a:t>
            </a:r>
            <a:r>
              <a:rPr dirty="0" sz="1550" spc="40">
                <a:solidFill>
                  <a:srgbClr val="373639"/>
                </a:solidFill>
                <a:latin typeface="Arial"/>
                <a:cs typeface="Arial"/>
                <a:hlinkClick r:id="rId8"/>
              </a:rPr>
              <a:t>content/uploads/2021/08/Mining.jpg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2000" spc="-90">
                <a:solidFill>
                  <a:srgbClr val="30231D"/>
                </a:solidFill>
                <a:latin typeface="Arial"/>
                <a:cs typeface="Arial"/>
              </a:rPr>
              <a:t>Source:</a:t>
            </a:r>
            <a:r>
              <a:rPr dirty="0" sz="2000" spc="-114">
                <a:solidFill>
                  <a:srgbClr val="30231D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94DC8"/>
                </a:solidFill>
                <a:latin typeface="Arial"/>
                <a:cs typeface="Arial"/>
              </a:rPr>
              <a:t>qtecfire.com.au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849" y="5736121"/>
            <a:ext cx="442595" cy="4699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299720" algn="l"/>
              </a:tabLst>
            </a:pPr>
            <a:r>
              <a:rPr dirty="0" sz="2900" spc="-690">
                <a:solidFill>
                  <a:srgbClr val="C5C4C9"/>
                </a:solidFill>
                <a:latin typeface="Times New Roman"/>
                <a:cs typeface="Times New Roman"/>
              </a:rPr>
              <a:t>-</a:t>
            </a:r>
            <a:r>
              <a:rPr dirty="0" baseline="-16260" sz="3075" spc="-75">
                <a:solidFill>
                  <a:srgbClr val="C5C4C9"/>
                </a:solidFill>
                <a:latin typeface="Times New Roman"/>
                <a:cs typeface="Times New Roman"/>
              </a:rPr>
              <a:t>-</a:t>
            </a:r>
            <a:r>
              <a:rPr dirty="0" baseline="-16260" sz="3075">
                <a:solidFill>
                  <a:srgbClr val="C5C4C9"/>
                </a:solidFill>
                <a:latin typeface="Times New Roman"/>
                <a:cs typeface="Times New Roman"/>
              </a:rPr>
              <a:t>	</a:t>
            </a:r>
            <a:r>
              <a:rPr dirty="0" sz="1300" spc="-35">
                <a:solidFill>
                  <a:srgbClr val="B5B4B6"/>
                </a:solidFill>
                <a:latin typeface="Arial"/>
                <a:cs typeface="Arial"/>
              </a:rPr>
              <a:t>-</a:t>
            </a:r>
            <a:r>
              <a:rPr dirty="0" sz="1300" spc="-50">
                <a:solidFill>
                  <a:srgbClr val="B5B4B6"/>
                </a:solidFill>
                <a:latin typeface="Arial"/>
                <a:cs typeface="Arial"/>
              </a:rPr>
              <a:t>-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1702" y="5964496"/>
            <a:ext cx="67310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50">
                <a:solidFill>
                  <a:srgbClr val="767579"/>
                </a:solidFill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8361" y="5956620"/>
            <a:ext cx="1411541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373639"/>
                </a:solidFill>
                <a:latin typeface="Arial"/>
                <a:cs typeface="Arial"/>
                <a:hlinkClick r:id="rId9"/>
              </a:rPr>
              <a:t>https://cdn.dribbble.com/userupload/39769485/file/original-</a:t>
            </a:r>
            <a:r>
              <a:rPr dirty="0" sz="1550" spc="35">
                <a:solidFill>
                  <a:srgbClr val="373639"/>
                </a:solidFill>
                <a:latin typeface="Arial"/>
                <a:cs typeface="Arial"/>
                <a:hlinkClick r:id="rId9"/>
              </a:rPr>
              <a:t>48be68c7eed63dd795745ae52bda9b01.png?format=webp&amp;resize=400x300&amp;vertical=center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8361" y="6370057"/>
            <a:ext cx="8456930" cy="11557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14"/>
              </a:spcBef>
            </a:pPr>
            <a:r>
              <a:rPr dirty="0" sz="2000" spc="-100">
                <a:solidFill>
                  <a:srgbClr val="30231D"/>
                </a:solidFill>
                <a:latin typeface="Arial"/>
                <a:cs typeface="Arial"/>
              </a:rPr>
              <a:t>Source:</a:t>
            </a:r>
            <a:r>
              <a:rPr dirty="0" sz="2000" spc="-95">
                <a:solidFill>
                  <a:srgbClr val="30231D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94DC8"/>
                </a:solidFill>
                <a:latin typeface="Arial"/>
                <a:cs typeface="Arial"/>
              </a:rPr>
              <a:t>dribbble</a:t>
            </a:r>
            <a:r>
              <a:rPr dirty="0" sz="2000" spc="-10">
                <a:solidFill>
                  <a:srgbClr val="442AB0"/>
                </a:solidFill>
                <a:latin typeface="Arial"/>
                <a:cs typeface="Arial"/>
              </a:rPr>
              <a:t>.</a:t>
            </a:r>
            <a:r>
              <a:rPr dirty="0" sz="2000" spc="-10">
                <a:solidFill>
                  <a:srgbClr val="594DC8"/>
                </a:solidFill>
                <a:latin typeface="Arial"/>
                <a:cs typeface="Arial"/>
              </a:rPr>
              <a:t>com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solidFill>
                  <a:srgbClr val="373639"/>
                </a:solidFill>
                <a:latin typeface="Arial"/>
                <a:cs typeface="Arial"/>
                <a:hlinkClick r:id="rId10"/>
              </a:rPr>
              <a:t>https://developer.mozilla.org/en-US/docs/Glossary/MVC/model-view-controller-light-</a:t>
            </a:r>
            <a:r>
              <a:rPr dirty="0" sz="1550" spc="-10">
                <a:solidFill>
                  <a:srgbClr val="373639"/>
                </a:solidFill>
                <a:latin typeface="Arial"/>
                <a:cs typeface="Arial"/>
                <a:hlinkClick r:id="rId10"/>
              </a:rPr>
              <a:t>blue.png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58061" y="7799365"/>
            <a:ext cx="1235710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79095" algn="l"/>
              </a:tabLst>
            </a:pPr>
            <a:r>
              <a:rPr dirty="0" sz="550" spc="-10">
                <a:solidFill>
                  <a:srgbClr val="637F89"/>
                </a:solidFill>
                <a:latin typeface="Times New Roman"/>
                <a:cs typeface="Times New Roman"/>
              </a:rPr>
              <a:t>\.'i</a:t>
            </a:r>
            <a:r>
              <a:rPr dirty="0" sz="550" spc="-10">
                <a:solidFill>
                  <a:srgbClr val="49646F"/>
                </a:solidFill>
                <a:latin typeface="Times New Roman"/>
                <a:cs typeface="Times New Roman"/>
              </a:rPr>
              <a:t>c</a:t>
            </a:r>
            <a:r>
              <a:rPr dirty="0" sz="550" spc="-10">
                <a:solidFill>
                  <a:srgbClr val="637F89"/>
                </a:solidFill>
                <a:latin typeface="Times New Roman"/>
                <a:cs typeface="Times New Roman"/>
              </a:rPr>
              <a:t>w</a:t>
            </a:r>
            <a:r>
              <a:rPr dirty="0" sz="550">
                <a:solidFill>
                  <a:srgbClr val="637F89"/>
                </a:solidFill>
                <a:latin typeface="Times New Roman"/>
                <a:cs typeface="Times New Roman"/>
              </a:rPr>
              <a:t>	</a:t>
            </a:r>
            <a:r>
              <a:rPr dirty="0" u="sng" sz="550" spc="465">
                <a:solidFill>
                  <a:srgbClr val="A4A4A3"/>
                </a:solidFill>
                <a:uFill>
                  <a:solidFill>
                    <a:srgbClr val="A4A4A3"/>
                  </a:solidFill>
                </a:uFill>
                <a:latin typeface="Times New Roman"/>
                <a:cs typeface="Times New Roman"/>
              </a:rPr>
              <a:t>----</a:t>
            </a:r>
            <a:r>
              <a:rPr dirty="0" u="none" sz="550" spc="285">
                <a:solidFill>
                  <a:srgbClr val="A4A4A3"/>
                </a:solidFill>
                <a:latin typeface="Times New Roman"/>
                <a:cs typeface="Times New Roman"/>
              </a:rPr>
              <a:t>  </a:t>
            </a:r>
            <a:r>
              <a:rPr dirty="0" u="none" sz="550">
                <a:solidFill>
                  <a:srgbClr val="74929D"/>
                </a:solidFill>
                <a:latin typeface="Times New Roman"/>
                <a:cs typeface="Times New Roman"/>
              </a:rPr>
              <a:t>Cuti.</a:t>
            </a:r>
            <a:r>
              <a:rPr dirty="0" u="none" sz="550">
                <a:solidFill>
                  <a:srgbClr val="49646F"/>
                </a:solidFill>
                <a:latin typeface="Times New Roman"/>
                <a:cs typeface="Times New Roman"/>
              </a:rPr>
              <a:t>1</a:t>
            </a:r>
            <a:r>
              <a:rPr dirty="0" u="none" sz="550">
                <a:solidFill>
                  <a:srgbClr val="74929D"/>
                </a:solidFill>
                <a:latin typeface="Times New Roman"/>
                <a:cs typeface="Times New Roman"/>
              </a:rPr>
              <a:t>ul!cr</a:t>
            </a:r>
            <a:r>
              <a:rPr dirty="0" u="none" sz="550" spc="459">
                <a:solidFill>
                  <a:srgbClr val="74929D"/>
                </a:solidFill>
                <a:latin typeface="Times New Roman"/>
                <a:cs typeface="Times New Roman"/>
              </a:rPr>
              <a:t> </a:t>
            </a:r>
            <a:r>
              <a:rPr dirty="0" u="none" sz="650" spc="-130">
                <a:solidFill>
                  <a:srgbClr val="93B1BC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10088" y="8007025"/>
            <a:ext cx="90805" cy="0"/>
          </a:xfrm>
          <a:custGeom>
            <a:avLst/>
            <a:gdLst/>
            <a:ahLst/>
            <a:cxnLst/>
            <a:rect l="l" t="t" r="r" b="b"/>
            <a:pathLst>
              <a:path w="90805" h="0">
                <a:moveTo>
                  <a:pt x="0" y="0"/>
                </a:moveTo>
                <a:lnTo>
                  <a:pt x="90808" y="0"/>
                </a:lnTo>
              </a:path>
            </a:pathLst>
          </a:custGeom>
          <a:ln w="19380">
            <a:solidFill>
              <a:srgbClr val="A3A3A2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24448" y="7870240"/>
            <a:ext cx="19113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715">
                <a:solidFill>
                  <a:srgbClr val="373639"/>
                </a:solidFill>
                <a:latin typeface="Arial"/>
                <a:cs typeface="Arial"/>
              </a:rPr>
              <a:t>¡</a:t>
            </a:r>
            <a:r>
              <a:rPr dirty="0" sz="650" spc="25">
                <a:solidFill>
                  <a:srgbClr val="373639"/>
                </a:solidFill>
                <a:latin typeface="Arial"/>
                <a:cs typeface="Arial"/>
              </a:rPr>
              <a:t> </a:t>
            </a:r>
            <a:r>
              <a:rPr dirty="0" sz="650" spc="-50">
                <a:solidFill>
                  <a:srgbClr val="93B1BC"/>
                </a:solidFill>
                <a:latin typeface="Arial"/>
                <a:cs typeface="Arial"/>
              </a:rPr>
              <a:t>,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05231" y="7947156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896" y="0"/>
                </a:lnTo>
              </a:path>
            </a:pathLst>
          </a:custGeom>
          <a:ln w="7613">
            <a:solidFill>
              <a:srgbClr val="92B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12804" y="7799365"/>
            <a:ext cx="16383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700" spc="-10">
                <a:solidFill>
                  <a:srgbClr val="93B1BC"/>
                </a:solidFill>
                <a:latin typeface="Arial"/>
                <a:cs typeface="Arial"/>
              </a:rPr>
              <a:t>·</a:t>
            </a:r>
            <a:r>
              <a:rPr dirty="0" sz="1700" spc="-525">
                <a:solidFill>
                  <a:srgbClr val="93B1BC"/>
                </a:solidFill>
                <a:latin typeface="Arial"/>
                <a:cs typeface="Arial"/>
              </a:rPr>
              <a:t>-</a:t>
            </a:r>
            <a:r>
              <a:rPr dirty="0" baseline="42735" sz="975" spc="-75">
                <a:solidFill>
                  <a:srgbClr val="93B1BC"/>
                </a:solidFill>
                <a:latin typeface="Arial"/>
                <a:cs typeface="Arial"/>
              </a:rPr>
              <a:t>·</a:t>
            </a:r>
            <a:endParaRPr baseline="42735" sz="975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74125" y="7975525"/>
            <a:ext cx="66040" cy="0"/>
          </a:xfrm>
          <a:custGeom>
            <a:avLst/>
            <a:gdLst/>
            <a:ahLst/>
            <a:cxnLst/>
            <a:rect l="l" t="t" r="r" b="b"/>
            <a:pathLst>
              <a:path w="66039" h="0">
                <a:moveTo>
                  <a:pt x="0" y="0"/>
                </a:moveTo>
                <a:lnTo>
                  <a:pt x="65857" y="0"/>
                </a:lnTo>
              </a:path>
            </a:pathLst>
          </a:custGeom>
          <a:ln w="19380">
            <a:solidFill>
              <a:srgbClr val="92B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601882" y="7736365"/>
            <a:ext cx="48514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650" spc="-65">
                <a:solidFill>
                  <a:srgbClr val="74929D"/>
                </a:solidFill>
                <a:latin typeface="Arial"/>
                <a:cs typeface="Arial"/>
              </a:rPr>
              <a:t>''</a:t>
            </a:r>
            <a:r>
              <a:rPr dirty="0" sz="650" spc="30">
                <a:solidFill>
                  <a:srgbClr val="74929D"/>
                </a:solidFill>
                <a:latin typeface="Arial"/>
                <a:cs typeface="Arial"/>
              </a:rPr>
              <a:t> </a:t>
            </a:r>
            <a:r>
              <a:rPr dirty="0" baseline="-16339" sz="2550" spc="-217">
                <a:solidFill>
                  <a:srgbClr val="93B1BC"/>
                </a:solidFill>
                <a:latin typeface="Arial"/>
                <a:cs typeface="Arial"/>
              </a:rPr>
              <a:t>-</a:t>
            </a:r>
            <a:r>
              <a:rPr dirty="0" baseline="-16339" sz="2550" spc="-172">
                <a:solidFill>
                  <a:srgbClr val="93B1BC"/>
                </a:solidFill>
                <a:latin typeface="Arial"/>
                <a:cs typeface="Arial"/>
              </a:rPr>
              <a:t> </a:t>
            </a:r>
            <a:r>
              <a:rPr dirty="0" sz="650" spc="715">
                <a:solidFill>
                  <a:srgbClr val="373639"/>
                </a:solidFill>
                <a:latin typeface="Arial"/>
                <a:cs typeface="Arial"/>
              </a:rPr>
              <a:t>--</a:t>
            </a:r>
            <a:r>
              <a:rPr dirty="0" sz="650" spc="-50">
                <a:solidFill>
                  <a:srgbClr val="373639"/>
                </a:solidFill>
                <a:latin typeface="Arial"/>
                <a:cs typeface="Arial"/>
              </a:rPr>
              <a:t>-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48466" y="7830866"/>
            <a:ext cx="85153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>
                <a:solidFill>
                  <a:srgbClr val="A4A4A3"/>
                </a:solidFill>
                <a:latin typeface="Arial"/>
                <a:cs typeface="Arial"/>
              </a:rPr>
              <a:t>-</a:t>
            </a:r>
            <a:r>
              <a:rPr dirty="0" sz="1700" spc="100">
                <a:solidFill>
                  <a:srgbClr val="A4A4A3"/>
                </a:solidFill>
                <a:latin typeface="Arial"/>
                <a:cs typeface="Arial"/>
              </a:rPr>
              <a:t>�</a:t>
            </a:r>
            <a:r>
              <a:rPr dirty="0" sz="1700" spc="100">
                <a:solidFill>
                  <a:srgbClr val="93B1BC"/>
                </a:solidFill>
                <a:latin typeface="Arial"/>
                <a:cs typeface="Arial"/>
              </a:rPr>
              <a:t>-</a:t>
            </a:r>
            <a:r>
              <a:rPr dirty="0" sz="1700">
                <a:solidFill>
                  <a:srgbClr val="93B1BC"/>
                </a:solidFill>
                <a:latin typeface="Arial"/>
                <a:cs typeface="Arial"/>
              </a:rPr>
              <a:t>-</a:t>
            </a:r>
            <a:r>
              <a:rPr dirty="0" sz="1700" strike="sngStrike">
                <a:solidFill>
                  <a:srgbClr val="93B1BC"/>
                </a:solidFill>
                <a:latin typeface="Arial"/>
                <a:cs typeface="Arial"/>
              </a:rPr>
              <a:t>-·-</a:t>
            </a:r>
            <a:r>
              <a:rPr dirty="0" sz="1700" spc="-50" strike="sngStrike">
                <a:solidFill>
                  <a:srgbClr val="93B1BC"/>
                </a:solidFill>
                <a:latin typeface="Arial"/>
                <a:cs typeface="Arial"/>
              </a:rPr>
              <a:t>-</a:t>
            </a:r>
            <a:r>
              <a:rPr dirty="0" sz="1700" spc="500" strike="sngStrike">
                <a:solidFill>
                  <a:srgbClr val="93B1BC"/>
                </a:solidFill>
                <a:latin typeface="Arial"/>
                <a:cs typeface="Arial"/>
              </a:rPr>
              <a:t> </a:t>
            </a:r>
            <a:endParaRPr sz="1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87670" y="7799365"/>
            <a:ext cx="39179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>
                <a:solidFill>
                  <a:srgbClr val="93B1BC"/>
                </a:solidFill>
                <a:latin typeface="Arial"/>
                <a:cs typeface="Arial"/>
              </a:rPr>
              <a:t>··-</a:t>
            </a:r>
            <a:r>
              <a:rPr dirty="0" sz="1700" strike="sngStrike">
                <a:solidFill>
                  <a:srgbClr val="93B1BC"/>
                </a:solidFill>
                <a:latin typeface="Arial"/>
                <a:cs typeface="Arial"/>
              </a:rPr>
              <a:t>-</a:t>
            </a:r>
            <a:r>
              <a:rPr dirty="0" sz="1700" spc="-500" strike="sngStrike">
                <a:solidFill>
                  <a:srgbClr val="93B1BC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29580" y="7661553"/>
            <a:ext cx="3209925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spc="-100">
                <a:solidFill>
                  <a:srgbClr val="30231D"/>
                </a:solidFill>
                <a:latin typeface="Arial"/>
                <a:cs typeface="Arial"/>
              </a:rPr>
              <a:t>Source:</a:t>
            </a:r>
            <a:r>
              <a:rPr dirty="0" sz="2000" spc="-95">
                <a:solidFill>
                  <a:srgbClr val="30231D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94DC8"/>
                </a:solidFill>
                <a:latin typeface="Arial"/>
                <a:cs typeface="Arial"/>
              </a:rPr>
              <a:t>developer.mozilla.org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2025-11-22T11:46:02Z</dcterms:created>
  <dcterms:modified xsi:type="dcterms:W3CDTF">2025-11-22T11:46:02Z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CreationClient">
    <vt:lpwstr>hz-json-import</vt:lpwstr>
  </property>
  <property fmtid="{D5CDD505-2E9C-101B-9397-08002B2CF9AE}" pid="4" name="Creator">
    <vt:lpwstr>Adobe Express</vt:lpwstr>
  </property>
  <property fmtid="{D5CDD505-2E9C-101B-9397-08002B2CF9AE}" pid="5" name="LastSaved">
    <vt:filetime>2025-11-22T00:00:00Z</vt:filetime>
  </property>
  <property fmtid="{D5CDD505-2E9C-101B-9397-08002B2CF9AE}" pid="6" name="Producer">
    <vt:lpwstr>Adobe Express</vt:lpwstr>
  </property>
</Properties>
</file>